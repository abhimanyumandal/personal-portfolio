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aleway"/>
      <p:regular r:id="rId24"/>
      <p:bold r:id="rId25"/>
      <p:italic r:id="rId26"/>
      <p:boldItalic r:id="rId27"/>
    </p:embeddedFont>
    <p:embeddedFont>
      <p:font typeface="Raleway ExtraBold"/>
      <p:bold r:id="rId28"/>
      <p:boldItalic r:id="rId29"/>
    </p:embeddedFont>
    <p:embeddedFont>
      <p:font typeface="Nunito"/>
      <p:regular r:id="rId30"/>
      <p:bold r:id="rId31"/>
      <p:italic r:id="rId32"/>
      <p:boldItalic r:id="rId33"/>
    </p:embeddedFont>
    <p:embeddedFont>
      <p:font typeface="Montserrat"/>
      <p:regular r:id="rId34"/>
      <p:bold r:id="rId35"/>
      <p:italic r:id="rId36"/>
      <p:boldItalic r:id="rId37"/>
    </p:embeddedFont>
    <p:embeddedFont>
      <p:font typeface="Nunito Ligh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Light-italic.fntdata"/><Relationship Id="rId20" Type="http://schemas.openxmlformats.org/officeDocument/2006/relationships/slide" Target="slides/slide15.xml"/><Relationship Id="rId41" Type="http://schemas.openxmlformats.org/officeDocument/2006/relationships/font" Target="fonts/NunitoLight-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RalewayExtraBold-bold.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Extra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font" Target="fonts/Montserrat-regular.fntdata"/><Relationship Id="rId15" Type="http://schemas.openxmlformats.org/officeDocument/2006/relationships/slide" Target="slides/slide10.xml"/><Relationship Id="rId37" Type="http://schemas.openxmlformats.org/officeDocument/2006/relationships/font" Target="fonts/Montserrat-boldItalic.fntdata"/><Relationship Id="rId14" Type="http://schemas.openxmlformats.org/officeDocument/2006/relationships/slide" Target="slides/slide9.xml"/><Relationship Id="rId36" Type="http://schemas.openxmlformats.org/officeDocument/2006/relationships/font" Target="fonts/Montserrat-italic.fntdata"/><Relationship Id="rId17" Type="http://schemas.openxmlformats.org/officeDocument/2006/relationships/slide" Target="slides/slide12.xml"/><Relationship Id="rId39" Type="http://schemas.openxmlformats.org/officeDocument/2006/relationships/font" Target="fonts/NunitoLight-bold.fntdata"/><Relationship Id="rId16" Type="http://schemas.openxmlformats.org/officeDocument/2006/relationships/slide" Target="slides/slide11.xml"/><Relationship Id="rId38" Type="http://schemas.openxmlformats.org/officeDocument/2006/relationships/font" Target="fonts/Nunito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3d1749d16a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3d1749d16a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3ce5c0410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13ce5c041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3d15617b0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3d15617b0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3d15617b0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3d15617b0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3d15617b0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3d15617b0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3d15617b0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3d15617b0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3d15617b0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3d15617b0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3d15617b0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3d15617b0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3d15617b0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3d15617b0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d15617b0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3d15617b0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3d15617b0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3d15617b0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3d1749d16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3d1749d16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3d1749d16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3d1749d16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3d1749d16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3d1749d16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3d1749d16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3d1749d16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3d1749d16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3d1749d16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f243109c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f243109c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solidFill>
          <a:srgbClr val="665F9B"/>
        </a:solidFill>
      </p:bgPr>
    </p:bg>
    <p:spTree>
      <p:nvGrpSpPr>
        <p:cNvPr id="13" name="Shape 13"/>
        <p:cNvGrpSpPr/>
        <p:nvPr/>
      </p:nvGrpSpPr>
      <p:grpSpPr>
        <a:xfrm>
          <a:off x="0" y="0"/>
          <a:ext cx="0" cy="0"/>
          <a:chOff x="0" y="0"/>
          <a:chExt cx="0" cy="0"/>
        </a:xfrm>
      </p:grpSpPr>
      <p:sp>
        <p:nvSpPr>
          <p:cNvPr id="14" name="Google Shape;14;p3"/>
          <p:cNvSpPr txBox="1"/>
          <p:nvPr>
            <p:ph type="ctrTitle"/>
          </p:nvPr>
        </p:nvSpPr>
        <p:spPr>
          <a:xfrm>
            <a:off x="685800" y="1446829"/>
            <a:ext cx="7772400" cy="17559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 name="Google Shape;15;p3"/>
          <p:cNvSpPr txBox="1"/>
          <p:nvPr>
            <p:ph idx="1" type="subTitle"/>
          </p:nvPr>
        </p:nvSpPr>
        <p:spPr>
          <a:xfrm>
            <a:off x="685800" y="3147078"/>
            <a:ext cx="7772400" cy="7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1800"/>
              <a:buNone/>
              <a:defRPr>
                <a:solidFill>
                  <a:srgbClr val="FFFFFF"/>
                </a:solidFill>
              </a:defRPr>
            </a:lvl1pPr>
            <a:lvl2pPr lvl="1" algn="l">
              <a:lnSpc>
                <a:spcPct val="100000"/>
              </a:lnSpc>
              <a:spcBef>
                <a:spcPts val="0"/>
              </a:spcBef>
              <a:spcAft>
                <a:spcPts val="0"/>
              </a:spcAft>
              <a:buClr>
                <a:srgbClr val="FFFFFF"/>
              </a:buClr>
              <a:buSzPts val="3000"/>
              <a:buNone/>
              <a:defRPr sz="3000">
                <a:solidFill>
                  <a:srgbClr val="FFFFFF"/>
                </a:solidFill>
              </a:defRPr>
            </a:lvl2pPr>
            <a:lvl3pPr lvl="2" algn="l">
              <a:lnSpc>
                <a:spcPct val="100000"/>
              </a:lnSpc>
              <a:spcBef>
                <a:spcPts val="0"/>
              </a:spcBef>
              <a:spcAft>
                <a:spcPts val="0"/>
              </a:spcAft>
              <a:buClr>
                <a:srgbClr val="FFFFFF"/>
              </a:buClr>
              <a:buSzPts val="3000"/>
              <a:buNone/>
              <a:defRPr sz="3000">
                <a:solidFill>
                  <a:srgbClr val="FFFFFF"/>
                </a:solidFill>
              </a:defRPr>
            </a:lvl3pPr>
            <a:lvl4pPr lvl="3" algn="l">
              <a:lnSpc>
                <a:spcPct val="100000"/>
              </a:lnSpc>
              <a:spcBef>
                <a:spcPts val="0"/>
              </a:spcBef>
              <a:spcAft>
                <a:spcPts val="0"/>
              </a:spcAft>
              <a:buClr>
                <a:srgbClr val="FFFFFF"/>
              </a:buClr>
              <a:buSzPts val="3000"/>
              <a:buNone/>
              <a:defRPr sz="3000">
                <a:solidFill>
                  <a:srgbClr val="FFFFFF"/>
                </a:solidFill>
              </a:defRPr>
            </a:lvl4pPr>
            <a:lvl5pPr lvl="4" algn="l">
              <a:lnSpc>
                <a:spcPct val="100000"/>
              </a:lnSpc>
              <a:spcBef>
                <a:spcPts val="0"/>
              </a:spcBef>
              <a:spcAft>
                <a:spcPts val="0"/>
              </a:spcAft>
              <a:buClr>
                <a:srgbClr val="FFFFFF"/>
              </a:buClr>
              <a:buSzPts val="3000"/>
              <a:buNone/>
              <a:defRPr sz="3000">
                <a:solidFill>
                  <a:srgbClr val="FFFFFF"/>
                </a:solidFill>
              </a:defRPr>
            </a:lvl5pPr>
            <a:lvl6pPr lvl="5" algn="l">
              <a:lnSpc>
                <a:spcPct val="100000"/>
              </a:lnSpc>
              <a:spcBef>
                <a:spcPts val="0"/>
              </a:spcBef>
              <a:spcAft>
                <a:spcPts val="0"/>
              </a:spcAft>
              <a:buClr>
                <a:srgbClr val="FFFFFF"/>
              </a:buClr>
              <a:buSzPts val="3000"/>
              <a:buNone/>
              <a:defRPr sz="3000">
                <a:solidFill>
                  <a:srgbClr val="FFFFFF"/>
                </a:solidFill>
              </a:defRPr>
            </a:lvl6pPr>
            <a:lvl7pPr lvl="6" algn="l">
              <a:lnSpc>
                <a:spcPct val="100000"/>
              </a:lnSpc>
              <a:spcBef>
                <a:spcPts val="0"/>
              </a:spcBef>
              <a:spcAft>
                <a:spcPts val="0"/>
              </a:spcAft>
              <a:buClr>
                <a:srgbClr val="FFFFFF"/>
              </a:buClr>
              <a:buSzPts val="3000"/>
              <a:buNone/>
              <a:defRPr sz="3000">
                <a:solidFill>
                  <a:srgbClr val="FFFFFF"/>
                </a:solidFill>
              </a:defRPr>
            </a:lvl7pPr>
            <a:lvl8pPr lvl="7" algn="l">
              <a:lnSpc>
                <a:spcPct val="100000"/>
              </a:lnSpc>
              <a:spcBef>
                <a:spcPts val="0"/>
              </a:spcBef>
              <a:spcAft>
                <a:spcPts val="0"/>
              </a:spcAft>
              <a:buClr>
                <a:srgbClr val="FFFFFF"/>
              </a:buClr>
              <a:buSzPts val="3000"/>
              <a:buNone/>
              <a:defRPr sz="3000">
                <a:solidFill>
                  <a:srgbClr val="FFFFFF"/>
                </a:solidFill>
              </a:defRPr>
            </a:lvl8pPr>
            <a:lvl9pPr lvl="8" algn="l">
              <a:lnSpc>
                <a:spcPct val="100000"/>
              </a:lnSpc>
              <a:spcBef>
                <a:spcPts val="0"/>
              </a:spcBef>
              <a:spcAft>
                <a:spcPts val="0"/>
              </a:spcAft>
              <a:buClr>
                <a:srgbClr val="FFFFFF"/>
              </a:buClr>
              <a:buSzPts val="3000"/>
              <a:buNone/>
              <a:defRPr sz="3000">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71400" y="54475"/>
            <a:ext cx="6866100" cy="85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5800"/>
              <a:buNone/>
              <a:defRPr/>
            </a:lvl2pPr>
            <a:lvl3pPr lvl="2" algn="l">
              <a:lnSpc>
                <a:spcPct val="100000"/>
              </a:lnSpc>
              <a:spcBef>
                <a:spcPts val="0"/>
              </a:spcBef>
              <a:spcAft>
                <a:spcPts val="0"/>
              </a:spcAft>
              <a:buSzPts val="5800"/>
              <a:buNone/>
              <a:defRPr/>
            </a:lvl3pPr>
            <a:lvl4pPr lvl="3" algn="l">
              <a:lnSpc>
                <a:spcPct val="100000"/>
              </a:lnSpc>
              <a:spcBef>
                <a:spcPts val="0"/>
              </a:spcBef>
              <a:spcAft>
                <a:spcPts val="0"/>
              </a:spcAft>
              <a:buSzPts val="5800"/>
              <a:buNone/>
              <a:defRPr/>
            </a:lvl4pPr>
            <a:lvl5pPr lvl="4" algn="l">
              <a:lnSpc>
                <a:spcPct val="100000"/>
              </a:lnSpc>
              <a:spcBef>
                <a:spcPts val="0"/>
              </a:spcBef>
              <a:spcAft>
                <a:spcPts val="0"/>
              </a:spcAft>
              <a:buSzPts val="5800"/>
              <a:buNone/>
              <a:defRPr/>
            </a:lvl5pPr>
            <a:lvl6pPr lvl="5" algn="l">
              <a:lnSpc>
                <a:spcPct val="100000"/>
              </a:lnSpc>
              <a:spcBef>
                <a:spcPts val="0"/>
              </a:spcBef>
              <a:spcAft>
                <a:spcPts val="0"/>
              </a:spcAft>
              <a:buSzPts val="5800"/>
              <a:buNone/>
              <a:defRPr/>
            </a:lvl6pPr>
            <a:lvl7pPr lvl="6" algn="l">
              <a:lnSpc>
                <a:spcPct val="100000"/>
              </a:lnSpc>
              <a:spcBef>
                <a:spcPts val="0"/>
              </a:spcBef>
              <a:spcAft>
                <a:spcPts val="0"/>
              </a:spcAft>
              <a:buSzPts val="5800"/>
              <a:buNone/>
              <a:defRPr/>
            </a:lvl7pPr>
            <a:lvl8pPr lvl="7" algn="l">
              <a:lnSpc>
                <a:spcPct val="100000"/>
              </a:lnSpc>
              <a:spcBef>
                <a:spcPts val="0"/>
              </a:spcBef>
              <a:spcAft>
                <a:spcPts val="0"/>
              </a:spcAft>
              <a:buSzPts val="5800"/>
              <a:buNone/>
              <a:defRPr/>
            </a:lvl8pPr>
            <a:lvl9pPr lvl="8" algn="l">
              <a:lnSpc>
                <a:spcPct val="100000"/>
              </a:lnSpc>
              <a:spcBef>
                <a:spcPts val="0"/>
              </a:spcBef>
              <a:spcAft>
                <a:spcPts val="0"/>
              </a:spcAft>
              <a:buSzPts val="5800"/>
              <a:buNone/>
              <a:defRPr/>
            </a:lvl9pPr>
          </a:lstStyle>
          <a:p/>
        </p:txBody>
      </p:sp>
      <p:sp>
        <p:nvSpPr>
          <p:cNvPr id="18" name="Google Shape;18;p4"/>
          <p:cNvSpPr txBox="1"/>
          <p:nvPr>
            <p:ph idx="1" type="body"/>
          </p:nvPr>
        </p:nvSpPr>
        <p:spPr>
          <a:xfrm>
            <a:off x="922000" y="1885951"/>
            <a:ext cx="6866100" cy="2366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Clr>
                <a:srgbClr val="FFB600"/>
              </a:buClr>
              <a:buSzPts val="1800"/>
              <a:buChar char="●"/>
              <a:defRPr/>
            </a:lvl1pPr>
            <a:lvl2pPr indent="-342900" lvl="1" marL="914400" algn="l">
              <a:lnSpc>
                <a:spcPct val="100000"/>
              </a:lnSpc>
              <a:spcBef>
                <a:spcPts val="0"/>
              </a:spcBef>
              <a:spcAft>
                <a:spcPts val="0"/>
              </a:spcAft>
              <a:buClr>
                <a:srgbClr val="FFB600"/>
              </a:buClr>
              <a:buSzPts val="1800"/>
              <a:buChar char="○"/>
              <a:defRPr/>
            </a:lvl2pPr>
            <a:lvl3pPr indent="-342900" lvl="2" marL="1371600" algn="l">
              <a:lnSpc>
                <a:spcPct val="100000"/>
              </a:lnSpc>
              <a:spcBef>
                <a:spcPts val="0"/>
              </a:spcBef>
              <a:spcAft>
                <a:spcPts val="0"/>
              </a:spcAft>
              <a:buClr>
                <a:srgbClr val="FFB600"/>
              </a:buClr>
              <a:buSzPts val="18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19" name="Google Shape;19;p4"/>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4750" y="54475"/>
            <a:ext cx="6866100" cy="85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5800"/>
              <a:buNone/>
              <a:defRPr/>
            </a:lvl2pPr>
            <a:lvl3pPr lvl="2" algn="l">
              <a:lnSpc>
                <a:spcPct val="100000"/>
              </a:lnSpc>
              <a:spcBef>
                <a:spcPts val="0"/>
              </a:spcBef>
              <a:spcAft>
                <a:spcPts val="0"/>
              </a:spcAft>
              <a:buSzPts val="5800"/>
              <a:buNone/>
              <a:defRPr/>
            </a:lvl3pPr>
            <a:lvl4pPr lvl="3" algn="l">
              <a:lnSpc>
                <a:spcPct val="100000"/>
              </a:lnSpc>
              <a:spcBef>
                <a:spcPts val="0"/>
              </a:spcBef>
              <a:spcAft>
                <a:spcPts val="0"/>
              </a:spcAft>
              <a:buSzPts val="5800"/>
              <a:buNone/>
              <a:defRPr/>
            </a:lvl4pPr>
            <a:lvl5pPr lvl="4" algn="l">
              <a:lnSpc>
                <a:spcPct val="100000"/>
              </a:lnSpc>
              <a:spcBef>
                <a:spcPts val="0"/>
              </a:spcBef>
              <a:spcAft>
                <a:spcPts val="0"/>
              </a:spcAft>
              <a:buSzPts val="5800"/>
              <a:buNone/>
              <a:defRPr/>
            </a:lvl5pPr>
            <a:lvl6pPr lvl="5" algn="l">
              <a:lnSpc>
                <a:spcPct val="100000"/>
              </a:lnSpc>
              <a:spcBef>
                <a:spcPts val="0"/>
              </a:spcBef>
              <a:spcAft>
                <a:spcPts val="0"/>
              </a:spcAft>
              <a:buSzPts val="5800"/>
              <a:buNone/>
              <a:defRPr/>
            </a:lvl6pPr>
            <a:lvl7pPr lvl="6" algn="l">
              <a:lnSpc>
                <a:spcPct val="100000"/>
              </a:lnSpc>
              <a:spcBef>
                <a:spcPts val="0"/>
              </a:spcBef>
              <a:spcAft>
                <a:spcPts val="0"/>
              </a:spcAft>
              <a:buSzPts val="5800"/>
              <a:buNone/>
              <a:defRPr/>
            </a:lvl7pPr>
            <a:lvl8pPr lvl="7" algn="l">
              <a:lnSpc>
                <a:spcPct val="100000"/>
              </a:lnSpc>
              <a:spcBef>
                <a:spcPts val="0"/>
              </a:spcBef>
              <a:spcAft>
                <a:spcPts val="0"/>
              </a:spcAft>
              <a:buSzPts val="5800"/>
              <a:buNone/>
              <a:defRPr/>
            </a:lvl8pPr>
            <a:lvl9pPr lvl="8" algn="l">
              <a:lnSpc>
                <a:spcPct val="100000"/>
              </a:lnSpc>
              <a:spcBef>
                <a:spcPts val="0"/>
              </a:spcBef>
              <a:spcAft>
                <a:spcPts val="0"/>
              </a:spcAft>
              <a:buSzPts val="5800"/>
              <a:buNone/>
              <a:defRPr/>
            </a:lvl9pPr>
          </a:lstStyle>
          <a:p/>
        </p:txBody>
      </p:sp>
      <p:sp>
        <p:nvSpPr>
          <p:cNvPr id="22" name="Google Shape;22;p5"/>
          <p:cNvSpPr txBox="1"/>
          <p:nvPr>
            <p:ph idx="1" type="body"/>
          </p:nvPr>
        </p:nvSpPr>
        <p:spPr>
          <a:xfrm>
            <a:off x="64750" y="1154525"/>
            <a:ext cx="3543300" cy="35073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Clr>
                <a:schemeClr val="accent5"/>
              </a:buClr>
              <a:buSzPts val="1800"/>
              <a:buChar char="●"/>
              <a:defRPr/>
            </a:lvl1pPr>
            <a:lvl2pPr indent="-342900" lvl="1" marL="914400" algn="l">
              <a:lnSpc>
                <a:spcPct val="100000"/>
              </a:lnSpc>
              <a:spcBef>
                <a:spcPts val="0"/>
              </a:spcBef>
              <a:spcAft>
                <a:spcPts val="0"/>
              </a:spcAft>
              <a:buClr>
                <a:schemeClr val="accent5"/>
              </a:buClr>
              <a:buSzPts val="1800"/>
              <a:buChar char="○"/>
              <a:defRPr/>
            </a:lvl2pPr>
            <a:lvl3pPr indent="-342900" lvl="2" marL="1371600" algn="l">
              <a:lnSpc>
                <a:spcPct val="100000"/>
              </a:lnSpc>
              <a:spcBef>
                <a:spcPts val="0"/>
              </a:spcBef>
              <a:spcAft>
                <a:spcPts val="0"/>
              </a:spcAft>
              <a:buClr>
                <a:schemeClr val="accent5"/>
              </a:buClr>
              <a:buSzPts val="18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23" name="Google Shape;23;p5"/>
          <p:cNvSpPr txBox="1"/>
          <p:nvPr>
            <p:ph idx="2" type="body"/>
          </p:nvPr>
        </p:nvSpPr>
        <p:spPr>
          <a:xfrm>
            <a:off x="4678687" y="1887378"/>
            <a:ext cx="3543300" cy="30276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Clr>
                <a:schemeClr val="accent5"/>
              </a:buClr>
              <a:buSzPts val="1800"/>
              <a:buChar char="●"/>
              <a:defRPr/>
            </a:lvl1pPr>
            <a:lvl2pPr indent="-342900" lvl="1" marL="914400" algn="l">
              <a:lnSpc>
                <a:spcPct val="100000"/>
              </a:lnSpc>
              <a:spcBef>
                <a:spcPts val="0"/>
              </a:spcBef>
              <a:spcAft>
                <a:spcPts val="0"/>
              </a:spcAft>
              <a:buClr>
                <a:schemeClr val="accent5"/>
              </a:buClr>
              <a:buSzPts val="1800"/>
              <a:buChar char="○"/>
              <a:defRPr/>
            </a:lvl2pPr>
            <a:lvl3pPr indent="-342900" lvl="2" marL="1371600" algn="l">
              <a:lnSpc>
                <a:spcPct val="100000"/>
              </a:lnSpc>
              <a:spcBef>
                <a:spcPts val="0"/>
              </a:spcBef>
              <a:spcAft>
                <a:spcPts val="0"/>
              </a:spcAft>
              <a:buClr>
                <a:schemeClr val="accent5"/>
              </a:buClr>
              <a:buSzPts val="1800"/>
              <a:buChar char="■"/>
              <a:defRPr/>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24" name="Google Shape;24;p5"/>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665F9B"/>
        </a:solidFill>
      </p:bgPr>
    </p:bg>
    <p:spTree>
      <p:nvGrpSpPr>
        <p:cNvPr id="25" name="Shape 25"/>
        <p:cNvGrpSpPr/>
        <p:nvPr/>
      </p:nvGrpSpPr>
      <p:grpSpPr>
        <a:xfrm>
          <a:off x="0" y="0"/>
          <a:ext cx="0" cy="0"/>
          <a:chOff x="0" y="0"/>
          <a:chExt cx="0" cy="0"/>
        </a:xfrm>
      </p:grpSpPr>
      <p:sp>
        <p:nvSpPr>
          <p:cNvPr id="26" name="Google Shape;26;p6"/>
          <p:cNvSpPr txBox="1"/>
          <p:nvPr>
            <p:ph type="ctrTitle"/>
          </p:nvPr>
        </p:nvSpPr>
        <p:spPr>
          <a:xfrm>
            <a:off x="685800" y="2356081"/>
            <a:ext cx="7772400" cy="1706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FFFFFF"/>
              </a:buClr>
              <a:buSzPts val="3000"/>
              <a:buNone/>
              <a:defRPr>
                <a:solidFill>
                  <a:srgbClr val="FFFFFF"/>
                </a:solidFill>
              </a:defRPr>
            </a:lvl1pPr>
            <a:lvl2pPr lvl="1" algn="l">
              <a:lnSpc>
                <a:spcPct val="100000"/>
              </a:lnSpc>
              <a:spcBef>
                <a:spcPts val="0"/>
              </a:spcBef>
              <a:spcAft>
                <a:spcPts val="0"/>
              </a:spcAft>
              <a:buClr>
                <a:srgbClr val="FFFFFF"/>
              </a:buClr>
              <a:buSzPts val="6000"/>
              <a:buNone/>
              <a:defRPr sz="6000">
                <a:solidFill>
                  <a:srgbClr val="FFFFFF"/>
                </a:solidFill>
              </a:defRPr>
            </a:lvl2pPr>
            <a:lvl3pPr lvl="2" algn="l">
              <a:lnSpc>
                <a:spcPct val="100000"/>
              </a:lnSpc>
              <a:spcBef>
                <a:spcPts val="0"/>
              </a:spcBef>
              <a:spcAft>
                <a:spcPts val="0"/>
              </a:spcAft>
              <a:buClr>
                <a:srgbClr val="FFFFFF"/>
              </a:buClr>
              <a:buSzPts val="6000"/>
              <a:buNone/>
              <a:defRPr sz="6000">
                <a:solidFill>
                  <a:srgbClr val="FFFFFF"/>
                </a:solidFill>
              </a:defRPr>
            </a:lvl3pPr>
            <a:lvl4pPr lvl="3" algn="l">
              <a:lnSpc>
                <a:spcPct val="100000"/>
              </a:lnSpc>
              <a:spcBef>
                <a:spcPts val="0"/>
              </a:spcBef>
              <a:spcAft>
                <a:spcPts val="0"/>
              </a:spcAft>
              <a:buClr>
                <a:srgbClr val="FFFFFF"/>
              </a:buClr>
              <a:buSzPts val="6000"/>
              <a:buNone/>
              <a:defRPr sz="6000">
                <a:solidFill>
                  <a:srgbClr val="FFFFFF"/>
                </a:solidFill>
              </a:defRPr>
            </a:lvl4pPr>
            <a:lvl5pPr lvl="4" algn="l">
              <a:lnSpc>
                <a:spcPct val="100000"/>
              </a:lnSpc>
              <a:spcBef>
                <a:spcPts val="0"/>
              </a:spcBef>
              <a:spcAft>
                <a:spcPts val="0"/>
              </a:spcAft>
              <a:buClr>
                <a:srgbClr val="FFFFFF"/>
              </a:buClr>
              <a:buSzPts val="6000"/>
              <a:buNone/>
              <a:defRPr sz="6000">
                <a:solidFill>
                  <a:srgbClr val="FFFFFF"/>
                </a:solidFill>
              </a:defRPr>
            </a:lvl5pPr>
            <a:lvl6pPr lvl="5" algn="l">
              <a:lnSpc>
                <a:spcPct val="100000"/>
              </a:lnSpc>
              <a:spcBef>
                <a:spcPts val="0"/>
              </a:spcBef>
              <a:spcAft>
                <a:spcPts val="0"/>
              </a:spcAft>
              <a:buClr>
                <a:srgbClr val="FFFFFF"/>
              </a:buClr>
              <a:buSzPts val="6000"/>
              <a:buNone/>
              <a:defRPr sz="6000">
                <a:solidFill>
                  <a:srgbClr val="FFFFFF"/>
                </a:solidFill>
              </a:defRPr>
            </a:lvl6pPr>
            <a:lvl7pPr lvl="6" algn="l">
              <a:lnSpc>
                <a:spcPct val="100000"/>
              </a:lnSpc>
              <a:spcBef>
                <a:spcPts val="0"/>
              </a:spcBef>
              <a:spcAft>
                <a:spcPts val="0"/>
              </a:spcAft>
              <a:buClr>
                <a:srgbClr val="FFFFFF"/>
              </a:buClr>
              <a:buSzPts val="6000"/>
              <a:buNone/>
              <a:defRPr sz="6000">
                <a:solidFill>
                  <a:srgbClr val="FFFFFF"/>
                </a:solidFill>
              </a:defRPr>
            </a:lvl7pPr>
            <a:lvl8pPr lvl="7" algn="l">
              <a:lnSpc>
                <a:spcPct val="100000"/>
              </a:lnSpc>
              <a:spcBef>
                <a:spcPts val="0"/>
              </a:spcBef>
              <a:spcAft>
                <a:spcPts val="0"/>
              </a:spcAft>
              <a:buClr>
                <a:srgbClr val="FFFFFF"/>
              </a:buClr>
              <a:buSzPts val="6000"/>
              <a:buNone/>
              <a:defRPr sz="6000">
                <a:solidFill>
                  <a:srgbClr val="FFFFFF"/>
                </a:solidFill>
              </a:defRPr>
            </a:lvl8pPr>
            <a:lvl9pPr lvl="8" algn="l">
              <a:lnSpc>
                <a:spcPct val="100000"/>
              </a:lnSpc>
              <a:spcBef>
                <a:spcPts val="0"/>
              </a:spcBef>
              <a:spcAft>
                <a:spcPts val="0"/>
              </a:spcAft>
              <a:buClr>
                <a:srgbClr val="FFFFFF"/>
              </a:buClr>
              <a:buSzPts val="6000"/>
              <a:buNone/>
              <a:defRPr sz="6000">
                <a:solidFill>
                  <a:srgbClr val="FFFFF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solidFill>
          <a:srgbClr val="665F9B"/>
        </a:solidFill>
      </p:bgPr>
    </p:bg>
    <p:spTree>
      <p:nvGrpSpPr>
        <p:cNvPr id="27" name="Shape 27"/>
        <p:cNvGrpSpPr/>
        <p:nvPr/>
      </p:nvGrpSpPr>
      <p:grpSpPr>
        <a:xfrm>
          <a:off x="0" y="0"/>
          <a:ext cx="0" cy="0"/>
          <a:chOff x="0" y="0"/>
          <a:chExt cx="0" cy="0"/>
        </a:xfrm>
      </p:grpSpPr>
      <p:sp>
        <p:nvSpPr>
          <p:cNvPr id="28" name="Google Shape;28;p7"/>
          <p:cNvSpPr txBox="1"/>
          <p:nvPr>
            <p:ph idx="1" type="body"/>
          </p:nvPr>
        </p:nvSpPr>
        <p:spPr>
          <a:xfrm>
            <a:off x="1757200" y="2161800"/>
            <a:ext cx="5629800" cy="819900"/>
          </a:xfrm>
          <a:prstGeom prst="rect">
            <a:avLst/>
          </a:prstGeom>
          <a:noFill/>
          <a:ln>
            <a:noFill/>
          </a:ln>
        </p:spPr>
        <p:txBody>
          <a:bodyPr anchorCtr="0" anchor="ctr" bIns="91425" lIns="91425" spcFirstLastPara="1" rIns="91425" wrap="square" tIns="91425">
            <a:noAutofit/>
          </a:bodyPr>
          <a:lstStyle>
            <a:lvl1pPr indent="-419100" lvl="0" marL="457200" algn="ctr">
              <a:lnSpc>
                <a:spcPct val="100000"/>
              </a:lnSpc>
              <a:spcBef>
                <a:spcPts val="600"/>
              </a:spcBef>
              <a:spcAft>
                <a:spcPts val="0"/>
              </a:spcAft>
              <a:buClr>
                <a:schemeClr val="lt1"/>
              </a:buClr>
              <a:buSzPts val="3000"/>
              <a:buChar char="●"/>
              <a:defRPr i="1" sz="3000">
                <a:solidFill>
                  <a:schemeClr val="lt1"/>
                </a:solidFill>
              </a:defRPr>
            </a:lvl1pPr>
            <a:lvl2pPr indent="-419100" lvl="1" marL="914400" algn="ctr">
              <a:lnSpc>
                <a:spcPct val="100000"/>
              </a:lnSpc>
              <a:spcBef>
                <a:spcPts val="0"/>
              </a:spcBef>
              <a:spcAft>
                <a:spcPts val="0"/>
              </a:spcAft>
              <a:buClr>
                <a:schemeClr val="lt1"/>
              </a:buClr>
              <a:buSzPts val="3000"/>
              <a:buChar char="○"/>
              <a:defRPr i="1" sz="3000">
                <a:solidFill>
                  <a:schemeClr val="lt1"/>
                </a:solidFill>
              </a:defRPr>
            </a:lvl2pPr>
            <a:lvl3pPr indent="-419100" lvl="2" marL="1371600" algn="ctr">
              <a:lnSpc>
                <a:spcPct val="100000"/>
              </a:lnSpc>
              <a:spcBef>
                <a:spcPts val="0"/>
              </a:spcBef>
              <a:spcAft>
                <a:spcPts val="0"/>
              </a:spcAft>
              <a:buClr>
                <a:schemeClr val="lt1"/>
              </a:buClr>
              <a:buSzPts val="3000"/>
              <a:buChar char="■"/>
              <a:defRPr i="1" sz="3000">
                <a:solidFill>
                  <a:schemeClr val="lt1"/>
                </a:solidFill>
              </a:defRPr>
            </a:lvl3pPr>
            <a:lvl4pPr indent="-419100" lvl="3" marL="1828800" algn="ctr">
              <a:lnSpc>
                <a:spcPct val="100000"/>
              </a:lnSpc>
              <a:spcBef>
                <a:spcPts val="0"/>
              </a:spcBef>
              <a:spcAft>
                <a:spcPts val="0"/>
              </a:spcAft>
              <a:buClr>
                <a:schemeClr val="lt1"/>
              </a:buClr>
              <a:buSzPts val="3000"/>
              <a:buChar char="●"/>
              <a:defRPr i="1" sz="3000">
                <a:solidFill>
                  <a:schemeClr val="lt1"/>
                </a:solidFill>
              </a:defRPr>
            </a:lvl4pPr>
            <a:lvl5pPr indent="-419100" lvl="4" marL="2286000" algn="ctr">
              <a:lnSpc>
                <a:spcPct val="100000"/>
              </a:lnSpc>
              <a:spcBef>
                <a:spcPts val="0"/>
              </a:spcBef>
              <a:spcAft>
                <a:spcPts val="0"/>
              </a:spcAft>
              <a:buClr>
                <a:schemeClr val="lt1"/>
              </a:buClr>
              <a:buSzPts val="3000"/>
              <a:buChar char="○"/>
              <a:defRPr i="1" sz="3000">
                <a:solidFill>
                  <a:schemeClr val="lt1"/>
                </a:solidFill>
              </a:defRPr>
            </a:lvl5pPr>
            <a:lvl6pPr indent="-419100" lvl="5" marL="2743200" algn="ctr">
              <a:lnSpc>
                <a:spcPct val="100000"/>
              </a:lnSpc>
              <a:spcBef>
                <a:spcPts val="0"/>
              </a:spcBef>
              <a:spcAft>
                <a:spcPts val="0"/>
              </a:spcAft>
              <a:buClr>
                <a:schemeClr val="lt1"/>
              </a:buClr>
              <a:buSzPts val="3000"/>
              <a:buChar char="■"/>
              <a:defRPr i="1" sz="3000">
                <a:solidFill>
                  <a:schemeClr val="lt1"/>
                </a:solidFill>
              </a:defRPr>
            </a:lvl6pPr>
            <a:lvl7pPr indent="-419100" lvl="6" marL="3200400" algn="ctr">
              <a:lnSpc>
                <a:spcPct val="100000"/>
              </a:lnSpc>
              <a:spcBef>
                <a:spcPts val="0"/>
              </a:spcBef>
              <a:spcAft>
                <a:spcPts val="0"/>
              </a:spcAft>
              <a:buClr>
                <a:schemeClr val="lt1"/>
              </a:buClr>
              <a:buSzPts val="3000"/>
              <a:buChar char="●"/>
              <a:defRPr i="1" sz="3000">
                <a:solidFill>
                  <a:schemeClr val="lt1"/>
                </a:solidFill>
              </a:defRPr>
            </a:lvl7pPr>
            <a:lvl8pPr indent="-419100" lvl="7" marL="3657600" algn="ctr">
              <a:lnSpc>
                <a:spcPct val="100000"/>
              </a:lnSpc>
              <a:spcBef>
                <a:spcPts val="0"/>
              </a:spcBef>
              <a:spcAft>
                <a:spcPts val="0"/>
              </a:spcAft>
              <a:buClr>
                <a:schemeClr val="lt1"/>
              </a:buClr>
              <a:buSzPts val="3000"/>
              <a:buChar char="○"/>
              <a:defRPr i="1" sz="3000">
                <a:solidFill>
                  <a:schemeClr val="lt1"/>
                </a:solidFill>
              </a:defRPr>
            </a:lvl8pPr>
            <a:lvl9pPr indent="-419100" lvl="8" marL="4114800" algn="ctr">
              <a:lnSpc>
                <a:spcPct val="100000"/>
              </a:lnSpc>
              <a:spcBef>
                <a:spcPts val="0"/>
              </a:spcBef>
              <a:spcAft>
                <a:spcPts val="0"/>
              </a:spcAft>
              <a:buClr>
                <a:schemeClr val="lt1"/>
              </a:buClr>
              <a:buSzPts val="3000"/>
              <a:buChar char="■"/>
              <a:defRPr i="1" sz="3000">
                <a:solidFill>
                  <a:schemeClr val="lt1"/>
                </a:solidFill>
              </a:defRPr>
            </a:lvl9pPr>
          </a:lstStyle>
          <a:p/>
        </p:txBody>
      </p:sp>
      <p:sp>
        <p:nvSpPr>
          <p:cNvPr id="29" name="Google Shape;29;p7"/>
          <p:cNvSpPr txBox="1"/>
          <p:nvPr/>
        </p:nvSpPr>
        <p:spPr>
          <a:xfrm>
            <a:off x="205550" y="75075"/>
            <a:ext cx="7995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0"/>
              <a:buFont typeface="Arial"/>
              <a:buNone/>
            </a:pPr>
            <a:r>
              <a:rPr b="1" i="0" lang="en" sz="12000" u="none" cap="none" strike="noStrike">
                <a:solidFill>
                  <a:srgbClr val="FF7600"/>
                </a:solidFill>
                <a:latin typeface="Raleway"/>
                <a:ea typeface="Raleway"/>
                <a:cs typeface="Raleway"/>
                <a:sym typeface="Raleway"/>
              </a:rPr>
              <a:t>“</a:t>
            </a:r>
            <a:endParaRPr b="1" i="0" sz="12000" u="none" cap="none" strike="noStrike">
              <a:solidFill>
                <a:srgbClr val="FF7600"/>
              </a:solidFill>
              <a:latin typeface="Raleway"/>
              <a:ea typeface="Raleway"/>
              <a:cs typeface="Raleway"/>
              <a:sym typeface="Raleway"/>
            </a:endParaRPr>
          </a:p>
        </p:txBody>
      </p:sp>
      <p:sp>
        <p:nvSpPr>
          <p:cNvPr id="30" name="Google Shape;30;p7"/>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p8"/>
          <p:cNvSpPr txBox="1"/>
          <p:nvPr>
            <p:ph idx="1" type="body"/>
          </p:nvPr>
        </p:nvSpPr>
        <p:spPr>
          <a:xfrm>
            <a:off x="457200" y="4253909"/>
            <a:ext cx="8229600" cy="5196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400"/>
              <a:buNone/>
              <a:defRPr sz="1400"/>
            </a:lvl1pPr>
          </a:lstStyle>
          <a:p/>
        </p:txBody>
      </p:sp>
      <p:sp>
        <p:nvSpPr>
          <p:cNvPr id="33" name="Google Shape;33;p8"/>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ed">
  <p:cSld name="BLANK_1">
    <p:bg>
      <p:bgPr>
        <a:solidFill>
          <a:srgbClr val="665F9B"/>
        </a:solidFill>
      </p:bgPr>
    </p:bg>
    <p:spTree>
      <p:nvGrpSpPr>
        <p:cNvPr id="34" name="Shape 34"/>
        <p:cNvGrpSpPr/>
        <p:nvPr/>
      </p:nvGrpSpPr>
      <p:grpSpPr>
        <a:xfrm>
          <a:off x="0" y="0"/>
          <a:ext cx="0" cy="0"/>
          <a:chOff x="0" y="0"/>
          <a:chExt cx="0" cy="0"/>
        </a:xfrm>
      </p:grpSpPr>
      <p:sp>
        <p:nvSpPr>
          <p:cNvPr id="35" name="Google Shape;35;p9"/>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36" name="Shape 36"/>
        <p:cNvGrpSpPr/>
        <p:nvPr/>
      </p:nvGrpSpPr>
      <p:grpSpPr>
        <a:xfrm>
          <a:off x="0" y="0"/>
          <a:ext cx="0" cy="0"/>
          <a:chOff x="0" y="0"/>
          <a:chExt cx="0" cy="0"/>
        </a:xfrm>
      </p:grpSpPr>
      <p:sp>
        <p:nvSpPr>
          <p:cNvPr id="37" name="Google Shape;37;p1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8" name="Google Shape;38;p1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2600" y="55550"/>
            <a:ext cx="6866100" cy="857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3000"/>
              <a:buFont typeface="Montserrat"/>
              <a:buNone/>
              <a:defRPr b="1" i="0" sz="3000" u="none" cap="none" strike="noStrike">
                <a:solidFill>
                  <a:srgbClr val="434343"/>
                </a:solidFill>
                <a:latin typeface="Montserrat"/>
                <a:ea typeface="Montserrat"/>
                <a:cs typeface="Montserrat"/>
                <a:sym typeface="Montserrat"/>
              </a:defRPr>
            </a:lvl1pPr>
            <a:lvl2pPr lvl="1"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2pPr>
            <a:lvl3pPr lvl="2"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3pPr>
            <a:lvl4pPr lvl="3"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4pPr>
            <a:lvl5pPr lvl="4"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5pPr>
            <a:lvl6pPr lvl="5"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6pPr>
            <a:lvl7pPr lvl="6"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7pPr>
            <a:lvl8pPr lvl="7"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8pPr>
            <a:lvl9pPr lvl="8" marR="0" rtl="0" algn="l">
              <a:lnSpc>
                <a:spcPct val="100000"/>
              </a:lnSpc>
              <a:spcBef>
                <a:spcPts val="0"/>
              </a:spcBef>
              <a:spcAft>
                <a:spcPts val="0"/>
              </a:spcAft>
              <a:buClr>
                <a:srgbClr val="434343"/>
              </a:buClr>
              <a:buSzPts val="5800"/>
              <a:buFont typeface="Raleway ExtraBold"/>
              <a:buNone/>
              <a:defRPr b="0" i="0" sz="5800" u="none" cap="none" strike="noStrike">
                <a:solidFill>
                  <a:srgbClr val="434343"/>
                </a:solidFill>
                <a:latin typeface="Raleway ExtraBold"/>
                <a:ea typeface="Raleway ExtraBold"/>
                <a:cs typeface="Raleway ExtraBold"/>
                <a:sym typeface="Raleway ExtraBold"/>
              </a:defRPr>
            </a:lvl9pPr>
          </a:lstStyle>
          <a:p/>
        </p:txBody>
      </p:sp>
      <p:sp>
        <p:nvSpPr>
          <p:cNvPr id="7" name="Google Shape;7;p1"/>
          <p:cNvSpPr txBox="1"/>
          <p:nvPr>
            <p:ph idx="1" type="body"/>
          </p:nvPr>
        </p:nvSpPr>
        <p:spPr>
          <a:xfrm>
            <a:off x="922000" y="1885951"/>
            <a:ext cx="6866100" cy="23661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00000"/>
              </a:lnSpc>
              <a:spcBef>
                <a:spcPts val="600"/>
              </a:spcBef>
              <a:spcAft>
                <a:spcPts val="0"/>
              </a:spcAft>
              <a:buClr>
                <a:schemeClr val="accent5"/>
              </a:buClr>
              <a:buSzPts val="1800"/>
              <a:buFont typeface="Nunito Light"/>
              <a:buChar char="●"/>
              <a:defRPr b="0" i="0" sz="1800" u="none" cap="none" strike="noStrike">
                <a:solidFill>
                  <a:srgbClr val="666666"/>
                </a:solidFill>
                <a:latin typeface="Nunito Light"/>
                <a:ea typeface="Nunito Light"/>
                <a:cs typeface="Nunito Light"/>
                <a:sym typeface="Nunito Light"/>
              </a:defRPr>
            </a:lvl1pPr>
            <a:lvl2pPr indent="-342900" lvl="1" marL="914400" marR="0" rtl="0" algn="l">
              <a:lnSpc>
                <a:spcPct val="100000"/>
              </a:lnSpc>
              <a:spcBef>
                <a:spcPts val="0"/>
              </a:spcBef>
              <a:spcAft>
                <a:spcPts val="0"/>
              </a:spcAft>
              <a:buClr>
                <a:schemeClr val="accent5"/>
              </a:buClr>
              <a:buSzPts val="1800"/>
              <a:buFont typeface="Nunito Light"/>
              <a:buChar char="○"/>
              <a:defRPr b="0" i="0" sz="1800" u="none" cap="none" strike="noStrike">
                <a:solidFill>
                  <a:srgbClr val="666666"/>
                </a:solidFill>
                <a:latin typeface="Nunito Light"/>
                <a:ea typeface="Nunito Light"/>
                <a:cs typeface="Nunito Light"/>
                <a:sym typeface="Nunito Light"/>
              </a:defRPr>
            </a:lvl2pPr>
            <a:lvl3pPr indent="-342900" lvl="2" marL="1371600" marR="0" rtl="0" algn="l">
              <a:lnSpc>
                <a:spcPct val="100000"/>
              </a:lnSpc>
              <a:spcBef>
                <a:spcPts val="0"/>
              </a:spcBef>
              <a:spcAft>
                <a:spcPts val="0"/>
              </a:spcAft>
              <a:buClr>
                <a:schemeClr val="accent5"/>
              </a:buClr>
              <a:buSzPts val="1800"/>
              <a:buFont typeface="Nunito Light"/>
              <a:buChar char="■"/>
              <a:defRPr b="0" i="0" sz="1800" u="none" cap="none" strike="noStrike">
                <a:solidFill>
                  <a:srgbClr val="666666"/>
                </a:solidFill>
                <a:latin typeface="Nunito Light"/>
                <a:ea typeface="Nunito Light"/>
                <a:cs typeface="Nunito Light"/>
                <a:sym typeface="Nunito Light"/>
              </a:defRPr>
            </a:lvl3pPr>
            <a:lvl4pPr indent="-342900" lvl="3" marL="1828800" marR="0" rtl="0" algn="l">
              <a:lnSpc>
                <a:spcPct val="100000"/>
              </a:lnSpc>
              <a:spcBef>
                <a:spcPts val="0"/>
              </a:spcBef>
              <a:spcAft>
                <a:spcPts val="0"/>
              </a:spcAft>
              <a:buClr>
                <a:srgbClr val="666666"/>
              </a:buClr>
              <a:buSzPts val="1800"/>
              <a:buFont typeface="Nunito Light"/>
              <a:buChar char="●"/>
              <a:defRPr b="0" i="0" sz="1800" u="none" cap="none" strike="noStrike">
                <a:solidFill>
                  <a:srgbClr val="666666"/>
                </a:solidFill>
                <a:latin typeface="Nunito Light"/>
                <a:ea typeface="Nunito Light"/>
                <a:cs typeface="Nunito Light"/>
                <a:sym typeface="Nunito Light"/>
              </a:defRPr>
            </a:lvl4pPr>
            <a:lvl5pPr indent="-342900" lvl="4" marL="2286000" marR="0" rtl="0" algn="l">
              <a:lnSpc>
                <a:spcPct val="100000"/>
              </a:lnSpc>
              <a:spcBef>
                <a:spcPts val="0"/>
              </a:spcBef>
              <a:spcAft>
                <a:spcPts val="0"/>
              </a:spcAft>
              <a:buClr>
                <a:srgbClr val="666666"/>
              </a:buClr>
              <a:buSzPts val="1800"/>
              <a:buFont typeface="Nunito Light"/>
              <a:buChar char="○"/>
              <a:defRPr b="0" i="0" sz="1800" u="none" cap="none" strike="noStrike">
                <a:solidFill>
                  <a:srgbClr val="666666"/>
                </a:solidFill>
                <a:latin typeface="Nunito Light"/>
                <a:ea typeface="Nunito Light"/>
                <a:cs typeface="Nunito Light"/>
                <a:sym typeface="Nunito Light"/>
              </a:defRPr>
            </a:lvl5pPr>
            <a:lvl6pPr indent="-342900" lvl="5" marL="2743200" marR="0" rtl="0" algn="l">
              <a:lnSpc>
                <a:spcPct val="100000"/>
              </a:lnSpc>
              <a:spcBef>
                <a:spcPts val="0"/>
              </a:spcBef>
              <a:spcAft>
                <a:spcPts val="0"/>
              </a:spcAft>
              <a:buClr>
                <a:srgbClr val="666666"/>
              </a:buClr>
              <a:buSzPts val="1800"/>
              <a:buFont typeface="Nunito Light"/>
              <a:buChar char="■"/>
              <a:defRPr b="0" i="0" sz="1800" u="none" cap="none" strike="noStrike">
                <a:solidFill>
                  <a:srgbClr val="666666"/>
                </a:solidFill>
                <a:latin typeface="Nunito Light"/>
                <a:ea typeface="Nunito Light"/>
                <a:cs typeface="Nunito Light"/>
                <a:sym typeface="Nunito Light"/>
              </a:defRPr>
            </a:lvl6pPr>
            <a:lvl7pPr indent="-342900" lvl="6" marL="3200400" marR="0" rtl="0" algn="l">
              <a:lnSpc>
                <a:spcPct val="100000"/>
              </a:lnSpc>
              <a:spcBef>
                <a:spcPts val="0"/>
              </a:spcBef>
              <a:spcAft>
                <a:spcPts val="0"/>
              </a:spcAft>
              <a:buClr>
                <a:srgbClr val="666666"/>
              </a:buClr>
              <a:buSzPts val="1800"/>
              <a:buFont typeface="Nunito Light"/>
              <a:buChar char="●"/>
              <a:defRPr b="0" i="0" sz="1800" u="none" cap="none" strike="noStrike">
                <a:solidFill>
                  <a:srgbClr val="666666"/>
                </a:solidFill>
                <a:latin typeface="Nunito Light"/>
                <a:ea typeface="Nunito Light"/>
                <a:cs typeface="Nunito Light"/>
                <a:sym typeface="Nunito Light"/>
              </a:defRPr>
            </a:lvl7pPr>
            <a:lvl8pPr indent="-342900" lvl="7" marL="3657600" marR="0" rtl="0" algn="l">
              <a:lnSpc>
                <a:spcPct val="100000"/>
              </a:lnSpc>
              <a:spcBef>
                <a:spcPts val="0"/>
              </a:spcBef>
              <a:spcAft>
                <a:spcPts val="0"/>
              </a:spcAft>
              <a:buClr>
                <a:srgbClr val="666666"/>
              </a:buClr>
              <a:buSzPts val="1800"/>
              <a:buFont typeface="Nunito Light"/>
              <a:buChar char="○"/>
              <a:defRPr b="0" i="0" sz="1800" u="none" cap="none" strike="noStrike">
                <a:solidFill>
                  <a:srgbClr val="666666"/>
                </a:solidFill>
                <a:latin typeface="Nunito Light"/>
                <a:ea typeface="Nunito Light"/>
                <a:cs typeface="Nunito Light"/>
                <a:sym typeface="Nunito Light"/>
              </a:defRPr>
            </a:lvl8pPr>
            <a:lvl9pPr indent="-342900" lvl="8" marL="4114800" marR="0" rtl="0" algn="l">
              <a:lnSpc>
                <a:spcPct val="100000"/>
              </a:lnSpc>
              <a:spcBef>
                <a:spcPts val="0"/>
              </a:spcBef>
              <a:spcAft>
                <a:spcPts val="0"/>
              </a:spcAft>
              <a:buClr>
                <a:srgbClr val="666666"/>
              </a:buClr>
              <a:buSzPts val="1800"/>
              <a:buFont typeface="Nunito Light"/>
              <a:buChar char="■"/>
              <a:defRPr b="0" i="0" sz="1800" u="none" cap="none" strike="noStrike">
                <a:solidFill>
                  <a:srgbClr val="666666"/>
                </a:solidFill>
                <a:latin typeface="Nunito Light"/>
                <a:ea typeface="Nunito Light"/>
                <a:cs typeface="Nunito Light"/>
                <a:sym typeface="Nunito Light"/>
              </a:defRPr>
            </a:lvl9pPr>
          </a:lstStyle>
          <a:p/>
        </p:txBody>
      </p:sp>
      <p:sp>
        <p:nvSpPr>
          <p:cNvPr id="8" name="Google Shape;8;p1"/>
          <p:cNvSpPr txBox="1"/>
          <p:nvPr>
            <p:ph idx="12" type="sldNum"/>
          </p:nvPr>
        </p:nvSpPr>
        <p:spPr>
          <a:xfrm>
            <a:off x="8604400" y="4590300"/>
            <a:ext cx="539700" cy="553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1pPr>
            <a:lvl2pPr indent="0" lvl="1"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2pPr>
            <a:lvl3pPr indent="0" lvl="2"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3pPr>
            <a:lvl4pPr indent="0" lvl="3"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4pPr>
            <a:lvl5pPr indent="0" lvl="4"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5pPr>
            <a:lvl6pPr indent="0" lvl="5"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6pPr>
            <a:lvl7pPr indent="0" lvl="6"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7pPr>
            <a:lvl8pPr indent="0" lvl="7"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8pPr>
            <a:lvl9pPr indent="0" lvl="8" marL="0" marR="0" rtl="0" algn="ctr">
              <a:lnSpc>
                <a:spcPct val="100000"/>
              </a:lnSpc>
              <a:spcBef>
                <a:spcPts val="0"/>
              </a:spcBef>
              <a:spcAft>
                <a:spcPts val="0"/>
              </a:spcAft>
              <a:buClr>
                <a:srgbClr val="000000"/>
              </a:buClr>
              <a:buSzPts val="1300"/>
              <a:buFont typeface="Arial"/>
              <a:buNone/>
              <a:defRPr b="0" i="0" sz="1300" u="none" cap="none" strike="noStrike">
                <a:solidFill>
                  <a:srgbClr val="FFB600"/>
                </a:solidFill>
                <a:latin typeface="Raleway ExtraBold"/>
                <a:ea typeface="Raleway ExtraBold"/>
                <a:cs typeface="Raleway ExtraBold"/>
                <a:sym typeface="Raleway ExtraBold"/>
              </a:defRPr>
            </a:lvl9pPr>
          </a:lstStyle>
          <a:p>
            <a:pPr indent="0" lvl="0" marL="0" rtl="0" algn="ct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0" l="0" r="0" t="0"/>
          <a:stretch/>
        </p:blipFill>
        <p:spPr>
          <a:xfrm>
            <a:off x="100075" y="4809296"/>
            <a:ext cx="207800" cy="249350"/>
          </a:xfrm>
          <a:prstGeom prst="rect">
            <a:avLst/>
          </a:prstGeom>
          <a:noFill/>
          <a:ln>
            <a:noFill/>
          </a:ln>
        </p:spPr>
      </p:pic>
      <p:sp>
        <p:nvSpPr>
          <p:cNvPr id="10" name="Google Shape;10;p1"/>
          <p:cNvSpPr txBox="1"/>
          <p:nvPr/>
        </p:nvSpPr>
        <p:spPr>
          <a:xfrm>
            <a:off x="284762" y="4839025"/>
            <a:ext cx="1126500" cy="189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Nunito"/>
                <a:ea typeface="Nunito"/>
                <a:cs typeface="Nunito"/>
                <a:sym typeface="Nunito"/>
              </a:rPr>
              <a:t>www. elucidata.io</a:t>
            </a:r>
            <a:endParaRPr b="1" i="0" sz="800" u="none" cap="none" strike="noStrike">
              <a:solidFill>
                <a:srgbClr val="000000"/>
              </a:solidFill>
              <a:latin typeface="Nunito"/>
              <a:ea typeface="Nunito"/>
              <a:cs typeface="Nunito"/>
              <a:sym typeface="Nunito"/>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700"/>
              <a:t>Data Consumption board on Polly</a:t>
            </a:r>
            <a:endParaRPr sz="3700"/>
          </a:p>
        </p:txBody>
      </p:sp>
      <p:sp>
        <p:nvSpPr>
          <p:cNvPr id="45" name="Google Shape;45;p11"/>
          <p:cNvSpPr txBox="1"/>
          <p:nvPr>
            <p:ph idx="1" type="subTitle"/>
          </p:nvPr>
        </p:nvSpPr>
        <p:spPr>
          <a:xfrm>
            <a:off x="311700" y="2834125"/>
            <a:ext cx="8520600" cy="1154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lang="en"/>
              <a:t>Abhimanyu Mandal</a:t>
            </a:r>
            <a:endParaRPr/>
          </a:p>
          <a:p>
            <a:pPr indent="0" lvl="0" marL="0" rtl="0" algn="ctr">
              <a:spcBef>
                <a:spcPts val="600"/>
              </a:spcBef>
              <a:spcAft>
                <a:spcPts val="0"/>
              </a:spcAft>
              <a:buNone/>
            </a:pPr>
            <a:r>
              <a:rPr lang="en"/>
              <a:t>15/07/2022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p:nvPr/>
        </p:nvSpPr>
        <p:spPr>
          <a:xfrm>
            <a:off x="4074200" y="1440450"/>
            <a:ext cx="4709700" cy="2637600"/>
          </a:xfrm>
          <a:prstGeom prst="roundRect">
            <a:avLst>
              <a:gd fmla="val 16667" name="adj"/>
            </a:avLst>
          </a:prstGeom>
          <a:noFill/>
          <a:ln cap="flat" cmpd="sng" w="9525">
            <a:solidFill>
              <a:srgbClr val="CCCCC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2"/>
          <p:cNvSpPr txBox="1"/>
          <p:nvPr/>
        </p:nvSpPr>
        <p:spPr>
          <a:xfrm>
            <a:off x="130775" y="17406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800">
                <a:solidFill>
                  <a:srgbClr val="FF7600"/>
                </a:solidFill>
                <a:latin typeface="Montserrat"/>
                <a:ea typeface="Montserrat"/>
                <a:cs typeface="Montserrat"/>
                <a:sym typeface="Montserrat"/>
              </a:rPr>
              <a:t>Agenda</a:t>
            </a:r>
            <a:endParaRPr/>
          </a:p>
        </p:txBody>
      </p:sp>
      <p:sp>
        <p:nvSpPr>
          <p:cNvPr id="52" name="Google Shape;52;p12"/>
          <p:cNvSpPr txBox="1"/>
          <p:nvPr/>
        </p:nvSpPr>
        <p:spPr>
          <a:xfrm>
            <a:off x="4412675" y="1740600"/>
            <a:ext cx="4461600" cy="215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accent3"/>
              </a:buClr>
              <a:buSzPts val="1600"/>
              <a:buFont typeface="Nunito Light"/>
              <a:buChar char="●"/>
            </a:pPr>
            <a:r>
              <a:rPr lang="en" sz="1600">
                <a:solidFill>
                  <a:schemeClr val="accent3"/>
                </a:solidFill>
                <a:latin typeface="Nunito Light"/>
                <a:ea typeface="Nunito Light"/>
                <a:cs typeface="Nunito Light"/>
                <a:sym typeface="Nunito Light"/>
              </a:rPr>
              <a:t>Overview of modules</a:t>
            </a:r>
            <a:endParaRPr sz="1600">
              <a:solidFill>
                <a:schemeClr val="accent3"/>
              </a:solidFill>
              <a:latin typeface="Nunito Light"/>
              <a:ea typeface="Nunito Light"/>
              <a:cs typeface="Nunito Light"/>
              <a:sym typeface="Nunito Light"/>
            </a:endParaRPr>
          </a:p>
          <a:p>
            <a:pPr indent="-330200" lvl="0" marL="457200" rtl="0" algn="l">
              <a:spcBef>
                <a:spcPts val="0"/>
              </a:spcBef>
              <a:spcAft>
                <a:spcPts val="0"/>
              </a:spcAft>
              <a:buClr>
                <a:schemeClr val="accent3"/>
              </a:buClr>
              <a:buSzPts val="1600"/>
              <a:buFont typeface="Nunito Light"/>
              <a:buChar char="●"/>
            </a:pPr>
            <a:r>
              <a:rPr lang="en" sz="1600">
                <a:solidFill>
                  <a:schemeClr val="accent3"/>
                </a:solidFill>
                <a:latin typeface="Nunito Light"/>
                <a:ea typeface="Nunito Light"/>
                <a:cs typeface="Nunito Light"/>
                <a:sym typeface="Nunito Light"/>
              </a:rPr>
              <a:t>Detailed explanation of each modules:</a:t>
            </a:r>
            <a:endParaRPr sz="1600">
              <a:solidFill>
                <a:schemeClr val="accent3"/>
              </a:solidFill>
              <a:latin typeface="Nunito Light"/>
              <a:ea typeface="Nunito Light"/>
              <a:cs typeface="Nunito Light"/>
              <a:sym typeface="Nunito Light"/>
            </a:endParaRPr>
          </a:p>
          <a:p>
            <a:pPr indent="-330200" lvl="0" marL="914400" rtl="0" algn="l">
              <a:spcBef>
                <a:spcPts val="0"/>
              </a:spcBef>
              <a:spcAft>
                <a:spcPts val="0"/>
              </a:spcAft>
              <a:buClr>
                <a:schemeClr val="accent3"/>
              </a:buClr>
              <a:buSzPts val="1600"/>
              <a:buFont typeface="Nunito Light"/>
              <a:buAutoNum type="arabicPeriod"/>
            </a:pPr>
            <a:r>
              <a:rPr lang="en" sz="1600">
                <a:solidFill>
                  <a:schemeClr val="accent3"/>
                </a:solidFill>
                <a:latin typeface="Nunito Light"/>
                <a:ea typeface="Nunito Light"/>
                <a:cs typeface="Nunito Light"/>
                <a:sym typeface="Nunito Light"/>
              </a:rPr>
              <a:t>Stat overview and counter module</a:t>
            </a:r>
            <a:endParaRPr sz="1600">
              <a:solidFill>
                <a:schemeClr val="accent3"/>
              </a:solidFill>
              <a:latin typeface="Nunito Light"/>
              <a:ea typeface="Nunito Light"/>
              <a:cs typeface="Nunito Light"/>
              <a:sym typeface="Nunito Light"/>
            </a:endParaRPr>
          </a:p>
          <a:p>
            <a:pPr indent="-330200" lvl="0" marL="914400" rtl="0" algn="l">
              <a:spcBef>
                <a:spcPts val="0"/>
              </a:spcBef>
              <a:spcAft>
                <a:spcPts val="0"/>
              </a:spcAft>
              <a:buClr>
                <a:schemeClr val="accent3"/>
              </a:buClr>
              <a:buSzPts val="1600"/>
              <a:buFont typeface="Nunito Light"/>
              <a:buAutoNum type="arabicPeriod"/>
            </a:pPr>
            <a:r>
              <a:rPr lang="en" sz="1600">
                <a:solidFill>
                  <a:schemeClr val="accent3"/>
                </a:solidFill>
                <a:latin typeface="Nunito Light"/>
                <a:ea typeface="Nunito Light"/>
                <a:cs typeface="Nunito Light"/>
                <a:sym typeface="Nunito Light"/>
              </a:rPr>
              <a:t>Audit module</a:t>
            </a:r>
            <a:endParaRPr sz="1600">
              <a:solidFill>
                <a:schemeClr val="accent3"/>
              </a:solidFill>
              <a:latin typeface="Nunito Light"/>
              <a:ea typeface="Nunito Light"/>
              <a:cs typeface="Nunito Light"/>
              <a:sym typeface="Nunito Light"/>
            </a:endParaRPr>
          </a:p>
          <a:p>
            <a:pPr indent="-330200" lvl="0" marL="914400" rtl="0" algn="l">
              <a:spcBef>
                <a:spcPts val="0"/>
              </a:spcBef>
              <a:spcAft>
                <a:spcPts val="0"/>
              </a:spcAft>
              <a:buClr>
                <a:schemeClr val="accent3"/>
              </a:buClr>
              <a:buSzPts val="1600"/>
              <a:buFont typeface="Nunito Light"/>
              <a:buAutoNum type="arabicPeriod"/>
            </a:pPr>
            <a:r>
              <a:rPr lang="en" sz="1600">
                <a:solidFill>
                  <a:schemeClr val="accent3"/>
                </a:solidFill>
                <a:latin typeface="Nunito Light"/>
                <a:ea typeface="Nunito Light"/>
                <a:cs typeface="Nunito Light"/>
                <a:sym typeface="Nunito Light"/>
              </a:rPr>
              <a:t>Plotter module</a:t>
            </a:r>
            <a:endParaRPr sz="1600">
              <a:solidFill>
                <a:schemeClr val="accent3"/>
              </a:solidFill>
              <a:latin typeface="Nunito Light"/>
              <a:ea typeface="Nunito Light"/>
              <a:cs typeface="Nunito Light"/>
              <a:sym typeface="Nunito Light"/>
            </a:endParaRPr>
          </a:p>
          <a:p>
            <a:pPr indent="-330200" lvl="0" marL="914400" rtl="0" algn="l">
              <a:spcBef>
                <a:spcPts val="0"/>
              </a:spcBef>
              <a:spcAft>
                <a:spcPts val="0"/>
              </a:spcAft>
              <a:buClr>
                <a:schemeClr val="accent3"/>
              </a:buClr>
              <a:buSzPts val="1600"/>
              <a:buFont typeface="Nunito Light"/>
              <a:buAutoNum type="arabicPeriod"/>
            </a:pPr>
            <a:r>
              <a:rPr lang="en" sz="1600">
                <a:solidFill>
                  <a:schemeClr val="accent3"/>
                </a:solidFill>
                <a:latin typeface="Nunito Light"/>
                <a:ea typeface="Nunito Light"/>
                <a:cs typeface="Nunito Light"/>
                <a:sym typeface="Nunito Light"/>
              </a:rPr>
              <a:t>Generate report module</a:t>
            </a:r>
            <a:endParaRPr sz="1600">
              <a:solidFill>
                <a:schemeClr val="accent3"/>
              </a:solidFill>
              <a:latin typeface="Nunito Light"/>
              <a:ea typeface="Nunito Light"/>
              <a:cs typeface="Nunito Light"/>
              <a:sym typeface="Nunito Light"/>
            </a:endParaRPr>
          </a:p>
          <a:p>
            <a:pPr indent="-330200" lvl="0" marL="457200" rtl="0" algn="l">
              <a:spcBef>
                <a:spcPts val="0"/>
              </a:spcBef>
              <a:spcAft>
                <a:spcPts val="0"/>
              </a:spcAft>
              <a:buClr>
                <a:schemeClr val="accent3"/>
              </a:buClr>
              <a:buSzPts val="1600"/>
              <a:buFont typeface="Nunito Light"/>
              <a:buChar char="●"/>
            </a:pPr>
            <a:r>
              <a:rPr lang="en" sz="1600">
                <a:solidFill>
                  <a:schemeClr val="accent3"/>
                </a:solidFill>
                <a:latin typeface="Nunito Light"/>
                <a:ea typeface="Nunito Light"/>
                <a:cs typeface="Nunito Light"/>
                <a:sym typeface="Nunito Light"/>
              </a:rPr>
              <a:t>Acknowledgement</a:t>
            </a:r>
            <a:endParaRPr sz="1600">
              <a:solidFill>
                <a:schemeClr val="accent3"/>
              </a:solidFill>
              <a:latin typeface="Nunito Light"/>
              <a:ea typeface="Nunito Light"/>
              <a:cs typeface="Nunito Light"/>
              <a:sym typeface="Nunito Light"/>
            </a:endParaRPr>
          </a:p>
          <a:p>
            <a:pPr indent="0" lvl="0" marL="0" rtl="0" algn="l">
              <a:spcBef>
                <a:spcPts val="0"/>
              </a:spcBef>
              <a:spcAft>
                <a:spcPts val="0"/>
              </a:spcAft>
              <a:buNone/>
            </a:pPr>
            <a:r>
              <a:t/>
            </a:r>
            <a:endParaRPr sz="1600">
              <a:solidFill>
                <a:schemeClr val="accent3"/>
              </a:solidFill>
              <a:latin typeface="Nunito Light"/>
              <a:ea typeface="Nunito Light"/>
              <a:cs typeface="Nunito Light"/>
              <a:sym typeface="Nuni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title"/>
          </p:nvPr>
        </p:nvSpPr>
        <p:spPr>
          <a:xfrm>
            <a:off x="82300" y="0"/>
            <a:ext cx="7548300" cy="857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Stat Overview and Counter Module</a:t>
            </a:r>
            <a:endParaRPr>
              <a:solidFill>
                <a:srgbClr val="FF7600"/>
              </a:solidFill>
            </a:endParaRPr>
          </a:p>
        </p:txBody>
      </p:sp>
      <p:sp>
        <p:nvSpPr>
          <p:cNvPr id="58" name="Google Shape;58;p13"/>
          <p:cNvSpPr/>
          <p:nvPr/>
        </p:nvSpPr>
        <p:spPr>
          <a:xfrm>
            <a:off x="326900" y="2043450"/>
            <a:ext cx="1046100" cy="948000"/>
          </a:xfrm>
          <a:prstGeom prst="rect">
            <a:avLst/>
          </a:prstGeom>
          <a:solidFill>
            <a:schemeClr val="accent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Shiny App</a:t>
            </a:r>
            <a:endParaRPr/>
          </a:p>
        </p:txBody>
      </p:sp>
      <p:sp>
        <p:nvSpPr>
          <p:cNvPr id="59" name="Google Shape;59;p13"/>
          <p:cNvSpPr/>
          <p:nvPr/>
        </p:nvSpPr>
        <p:spPr>
          <a:xfrm rot="-1923345">
            <a:off x="1673604" y="1515704"/>
            <a:ext cx="904391" cy="31148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rot="-211095">
            <a:off x="1804367" y="2070912"/>
            <a:ext cx="904405" cy="311392"/>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rot="327771">
            <a:off x="1808417" y="2525093"/>
            <a:ext cx="904408" cy="31161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rot="1731095">
            <a:off x="1673576" y="3084448"/>
            <a:ext cx="904584" cy="31137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2811475" y="1070675"/>
            <a:ext cx="1852500" cy="599400"/>
          </a:xfrm>
          <a:prstGeom prst="roundRect">
            <a:avLst>
              <a:gd fmla="val 16667" name="adj"/>
            </a:avLst>
          </a:prstGeom>
          <a:solidFill>
            <a:srgbClr val="FFB6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Stat Overview   and  Counter</a:t>
            </a:r>
            <a:endParaRPr/>
          </a:p>
        </p:txBody>
      </p:sp>
      <p:sp>
        <p:nvSpPr>
          <p:cNvPr id="64" name="Google Shape;64;p13"/>
          <p:cNvSpPr/>
          <p:nvPr/>
        </p:nvSpPr>
        <p:spPr>
          <a:xfrm>
            <a:off x="2811475" y="1891500"/>
            <a:ext cx="1852500" cy="5994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Audit</a:t>
            </a:r>
            <a:endParaRPr/>
          </a:p>
        </p:txBody>
      </p:sp>
      <p:sp>
        <p:nvSpPr>
          <p:cNvPr id="65" name="Google Shape;65;p13"/>
          <p:cNvSpPr/>
          <p:nvPr/>
        </p:nvSpPr>
        <p:spPr>
          <a:xfrm>
            <a:off x="2811475" y="2610100"/>
            <a:ext cx="1852500" cy="599400"/>
          </a:xfrm>
          <a:prstGeom prst="roundRect">
            <a:avLst>
              <a:gd fmla="val 16667"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Plotter</a:t>
            </a:r>
            <a:endParaRPr/>
          </a:p>
        </p:txBody>
      </p:sp>
      <p:sp>
        <p:nvSpPr>
          <p:cNvPr id="66" name="Google Shape;66;p13"/>
          <p:cNvSpPr/>
          <p:nvPr/>
        </p:nvSpPr>
        <p:spPr>
          <a:xfrm>
            <a:off x="2811475" y="3328700"/>
            <a:ext cx="1852500" cy="599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Generate Report</a:t>
            </a:r>
            <a:endParaRPr/>
          </a:p>
        </p:txBody>
      </p:sp>
      <p:sp>
        <p:nvSpPr>
          <p:cNvPr id="67" name="Google Shape;67;p13"/>
          <p:cNvSpPr/>
          <p:nvPr/>
        </p:nvSpPr>
        <p:spPr>
          <a:xfrm>
            <a:off x="5067225" y="1059713"/>
            <a:ext cx="3803100" cy="599400"/>
          </a:xfrm>
          <a:prstGeom prst="roundRect">
            <a:avLst>
              <a:gd fmla="val 16667" name="adj"/>
            </a:avLst>
          </a:prstGeom>
          <a:solidFill>
            <a:srgbClr val="FFB6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Provide a brief overview of the data present in the atlas</a:t>
            </a:r>
            <a:endParaRPr/>
          </a:p>
        </p:txBody>
      </p:sp>
      <p:sp>
        <p:nvSpPr>
          <p:cNvPr id="68" name="Google Shape;68;p13"/>
          <p:cNvSpPr/>
          <p:nvPr/>
        </p:nvSpPr>
        <p:spPr>
          <a:xfrm>
            <a:off x="5067225" y="1861425"/>
            <a:ext cx="3803100" cy="599400"/>
          </a:xfrm>
          <a:prstGeom prst="roundRect">
            <a:avLst>
              <a:gd fmla="val 16667"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Visualize data present across multiple atlases</a:t>
            </a:r>
            <a:endParaRPr/>
          </a:p>
        </p:txBody>
      </p:sp>
      <p:sp>
        <p:nvSpPr>
          <p:cNvPr id="69" name="Google Shape;69;p13"/>
          <p:cNvSpPr/>
          <p:nvPr/>
        </p:nvSpPr>
        <p:spPr>
          <a:xfrm>
            <a:off x="5067225" y="2610100"/>
            <a:ext cx="3803100" cy="599400"/>
          </a:xfrm>
          <a:prstGeom prst="roundRect">
            <a:avLst>
              <a:gd fmla="val 16667"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Detailed overview of each atlases at dataset level</a:t>
            </a:r>
            <a:endParaRPr/>
          </a:p>
        </p:txBody>
      </p:sp>
      <p:sp>
        <p:nvSpPr>
          <p:cNvPr id="70" name="Google Shape;70;p13"/>
          <p:cNvSpPr/>
          <p:nvPr/>
        </p:nvSpPr>
        <p:spPr>
          <a:xfrm>
            <a:off x="5067225" y="3328700"/>
            <a:ext cx="3803100" cy="599400"/>
          </a:xfrm>
          <a:prstGeom prst="roundRect">
            <a:avLst>
              <a:gd fmla="val 16667"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Generate a report for all the plots within the app</a:t>
            </a:r>
            <a:endParaRPr/>
          </a:p>
        </p:txBody>
      </p:sp>
      <p:cxnSp>
        <p:nvCxnSpPr>
          <p:cNvPr id="71" name="Google Shape;71;p13"/>
          <p:cNvCxnSpPr>
            <a:stCxn id="63" idx="3"/>
            <a:endCxn id="67" idx="1"/>
          </p:cNvCxnSpPr>
          <p:nvPr/>
        </p:nvCxnSpPr>
        <p:spPr>
          <a:xfrm flipH="1" rot="10800000">
            <a:off x="4663975" y="1359275"/>
            <a:ext cx="403200" cy="11100"/>
          </a:xfrm>
          <a:prstGeom prst="straightConnector1">
            <a:avLst/>
          </a:prstGeom>
          <a:noFill/>
          <a:ln cap="flat" cmpd="sng" w="9525">
            <a:solidFill>
              <a:schemeClr val="dk2"/>
            </a:solidFill>
            <a:prstDash val="solid"/>
            <a:round/>
            <a:headEnd len="med" w="med" type="none"/>
            <a:tailEnd len="med" w="med" type="none"/>
          </a:ln>
        </p:spPr>
      </p:cxnSp>
      <p:cxnSp>
        <p:nvCxnSpPr>
          <p:cNvPr id="72" name="Google Shape;72;p13"/>
          <p:cNvCxnSpPr/>
          <p:nvPr/>
        </p:nvCxnSpPr>
        <p:spPr>
          <a:xfrm flipH="1" rot="10800000">
            <a:off x="4663975" y="2134538"/>
            <a:ext cx="403200" cy="11100"/>
          </a:xfrm>
          <a:prstGeom prst="straightConnector1">
            <a:avLst/>
          </a:prstGeom>
          <a:noFill/>
          <a:ln cap="flat" cmpd="sng" w="9525">
            <a:solidFill>
              <a:schemeClr val="dk2"/>
            </a:solidFill>
            <a:prstDash val="solid"/>
            <a:round/>
            <a:headEnd len="med" w="med" type="none"/>
            <a:tailEnd len="med" w="med" type="none"/>
          </a:ln>
        </p:spPr>
      </p:cxnSp>
      <p:cxnSp>
        <p:nvCxnSpPr>
          <p:cNvPr id="73" name="Google Shape;73;p13"/>
          <p:cNvCxnSpPr/>
          <p:nvPr/>
        </p:nvCxnSpPr>
        <p:spPr>
          <a:xfrm flipH="1" rot="10800000">
            <a:off x="4663975" y="2889213"/>
            <a:ext cx="403200" cy="11100"/>
          </a:xfrm>
          <a:prstGeom prst="straightConnector1">
            <a:avLst/>
          </a:prstGeom>
          <a:noFill/>
          <a:ln cap="flat" cmpd="sng" w="9525">
            <a:solidFill>
              <a:schemeClr val="dk2"/>
            </a:solidFill>
            <a:prstDash val="solid"/>
            <a:round/>
            <a:headEnd len="med" w="med" type="none"/>
            <a:tailEnd len="med" w="med" type="none"/>
          </a:ln>
        </p:spPr>
      </p:cxnSp>
      <p:cxnSp>
        <p:nvCxnSpPr>
          <p:cNvPr id="74" name="Google Shape;74;p13"/>
          <p:cNvCxnSpPr/>
          <p:nvPr/>
        </p:nvCxnSpPr>
        <p:spPr>
          <a:xfrm flipH="1" rot="10800000">
            <a:off x="4663975" y="3673950"/>
            <a:ext cx="403200" cy="11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title"/>
          </p:nvPr>
        </p:nvSpPr>
        <p:spPr>
          <a:xfrm>
            <a:off x="71400" y="54475"/>
            <a:ext cx="7469400" cy="8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Stat Overview and Counter module</a:t>
            </a:r>
            <a:endParaRPr>
              <a:solidFill>
                <a:srgbClr val="FF7600"/>
              </a:solidFill>
            </a:endParaRPr>
          </a:p>
        </p:txBody>
      </p:sp>
      <p:pic>
        <p:nvPicPr>
          <p:cNvPr id="80" name="Google Shape;80;p14"/>
          <p:cNvPicPr preferRelativeResize="0"/>
          <p:nvPr/>
        </p:nvPicPr>
        <p:blipFill>
          <a:blip r:embed="rId3">
            <a:alphaModFix/>
          </a:blip>
          <a:stretch>
            <a:fillRect/>
          </a:stretch>
        </p:blipFill>
        <p:spPr>
          <a:xfrm>
            <a:off x="152400" y="1630925"/>
            <a:ext cx="1779900" cy="1779900"/>
          </a:xfrm>
          <a:prstGeom prst="rect">
            <a:avLst/>
          </a:prstGeom>
          <a:noFill/>
          <a:ln>
            <a:noFill/>
          </a:ln>
        </p:spPr>
      </p:pic>
      <p:pic>
        <p:nvPicPr>
          <p:cNvPr id="81" name="Google Shape;81;p14"/>
          <p:cNvPicPr preferRelativeResize="0"/>
          <p:nvPr/>
        </p:nvPicPr>
        <p:blipFill>
          <a:blip r:embed="rId4">
            <a:alphaModFix/>
          </a:blip>
          <a:stretch>
            <a:fillRect/>
          </a:stretch>
        </p:blipFill>
        <p:spPr>
          <a:xfrm>
            <a:off x="3143250" y="1720775"/>
            <a:ext cx="2857500" cy="1600200"/>
          </a:xfrm>
          <a:prstGeom prst="rect">
            <a:avLst/>
          </a:prstGeom>
          <a:noFill/>
          <a:ln>
            <a:noFill/>
          </a:ln>
        </p:spPr>
      </p:pic>
      <p:sp>
        <p:nvSpPr>
          <p:cNvPr id="82" name="Google Shape;82;p14"/>
          <p:cNvSpPr/>
          <p:nvPr/>
        </p:nvSpPr>
        <p:spPr>
          <a:xfrm>
            <a:off x="1932300" y="2397450"/>
            <a:ext cx="697500" cy="348600"/>
          </a:xfrm>
          <a:prstGeom prst="rightArrow">
            <a:avLst>
              <a:gd fmla="val 50000" name="adj1"/>
              <a:gd fmla="val 50000" name="adj2"/>
            </a:avLst>
          </a:prstGeom>
          <a:solidFill>
            <a:srgbClr val="665F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6291050" y="2397450"/>
            <a:ext cx="697500" cy="348600"/>
          </a:xfrm>
          <a:prstGeom prst="rightArrow">
            <a:avLst>
              <a:gd fmla="val 50000" name="adj1"/>
              <a:gd fmla="val 50000" name="adj2"/>
            </a:avLst>
          </a:prstGeom>
          <a:solidFill>
            <a:srgbClr val="665F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txBox="1"/>
          <p:nvPr/>
        </p:nvSpPr>
        <p:spPr>
          <a:xfrm>
            <a:off x="7355650" y="2320775"/>
            <a:ext cx="143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Polly </a:t>
            </a:r>
            <a:r>
              <a:rPr lang="en">
                <a:latin typeface="Nunito Light"/>
                <a:ea typeface="Nunito Light"/>
                <a:cs typeface="Nunito Light"/>
                <a:sym typeface="Nunito Light"/>
              </a:rPr>
              <a:t>Cross OA</a:t>
            </a:r>
            <a:endParaRPr>
              <a:latin typeface="Nunito Light"/>
              <a:ea typeface="Nunito Light"/>
              <a:cs typeface="Nunito Light"/>
              <a:sym typeface="Nunito Light"/>
            </a:endParaRPr>
          </a:p>
        </p:txBody>
      </p:sp>
      <p:sp>
        <p:nvSpPr>
          <p:cNvPr id="85" name="Google Shape;85;p14"/>
          <p:cNvSpPr txBox="1"/>
          <p:nvPr/>
        </p:nvSpPr>
        <p:spPr>
          <a:xfrm>
            <a:off x="675625" y="3410825"/>
            <a:ext cx="82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James</a:t>
            </a:r>
            <a:endParaRPr>
              <a:latin typeface="Nunito Light"/>
              <a:ea typeface="Nunito Light"/>
              <a:cs typeface="Nunito Light"/>
              <a:sym typeface="Nunito Light"/>
            </a:endParaRPr>
          </a:p>
        </p:txBody>
      </p:sp>
      <p:sp>
        <p:nvSpPr>
          <p:cNvPr id="86" name="Google Shape;86;p14"/>
          <p:cNvSpPr txBox="1"/>
          <p:nvPr/>
        </p:nvSpPr>
        <p:spPr>
          <a:xfrm>
            <a:off x="7115900" y="2887775"/>
            <a:ext cx="1917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Prerequisite</a:t>
            </a:r>
            <a:r>
              <a:rPr lang="en">
                <a:latin typeface="Nunito Light"/>
                <a:ea typeface="Nunito Light"/>
                <a:cs typeface="Nunito Light"/>
                <a:sym typeface="Nunito Light"/>
              </a:rPr>
              <a:t>:</a:t>
            </a:r>
            <a:endParaRPr>
              <a:latin typeface="Nunito Light"/>
              <a:ea typeface="Nunito Light"/>
              <a:cs typeface="Nunito Light"/>
              <a:sym typeface="Nunito Light"/>
            </a:endParaRPr>
          </a:p>
          <a:p>
            <a:pPr indent="-317500" lvl="0" marL="457200" rtl="0" algn="l">
              <a:spcBef>
                <a:spcPts val="0"/>
              </a:spcBef>
              <a:spcAft>
                <a:spcPts val="0"/>
              </a:spcAft>
              <a:buSzPts val="1400"/>
              <a:buFont typeface="Nunito Light"/>
              <a:buChar char="●"/>
            </a:pPr>
            <a:r>
              <a:rPr lang="en">
                <a:latin typeface="Nunito Light"/>
                <a:ea typeface="Nunito Light"/>
                <a:cs typeface="Nunito Light"/>
                <a:sym typeface="Nunito Light"/>
              </a:rPr>
              <a:t>Familiar to SQL</a:t>
            </a:r>
            <a:endParaRPr>
              <a:latin typeface="Nunito Light"/>
              <a:ea typeface="Nunito Light"/>
              <a:cs typeface="Nunito Light"/>
              <a:sym typeface="Nunito Light"/>
            </a:endParaRPr>
          </a:p>
        </p:txBody>
      </p:sp>
      <p:sp>
        <p:nvSpPr>
          <p:cNvPr id="87" name="Google Shape;87;p14"/>
          <p:cNvSpPr txBox="1"/>
          <p:nvPr/>
        </p:nvSpPr>
        <p:spPr>
          <a:xfrm>
            <a:off x="610250" y="3988400"/>
            <a:ext cx="818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However, James have no prior </a:t>
            </a:r>
            <a:r>
              <a:rPr lang="en">
                <a:latin typeface="Nunito Light"/>
                <a:ea typeface="Nunito Light"/>
                <a:cs typeface="Nunito Light"/>
                <a:sym typeface="Nunito Light"/>
              </a:rPr>
              <a:t>experience</a:t>
            </a:r>
            <a:r>
              <a:rPr lang="en">
                <a:latin typeface="Nunito Light"/>
                <a:ea typeface="Nunito Light"/>
                <a:cs typeface="Nunito Light"/>
                <a:sym typeface="Nunito Light"/>
              </a:rPr>
              <a:t> with SQL and hence, cannot fetch data from Polly Cross OA</a:t>
            </a:r>
            <a:endParaRPr>
              <a:latin typeface="Nunito Light"/>
              <a:ea typeface="Nunito Light"/>
              <a:cs typeface="Nunito Light"/>
              <a:sym typeface="Nuni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5"/>
          <p:cNvSpPr txBox="1"/>
          <p:nvPr>
            <p:ph type="title"/>
          </p:nvPr>
        </p:nvSpPr>
        <p:spPr>
          <a:xfrm>
            <a:off x="71400" y="54475"/>
            <a:ext cx="6866100" cy="8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Stat Overview and Counter</a:t>
            </a:r>
            <a:endParaRPr>
              <a:solidFill>
                <a:srgbClr val="FF7600"/>
              </a:solidFill>
            </a:endParaRPr>
          </a:p>
        </p:txBody>
      </p:sp>
      <p:pic>
        <p:nvPicPr>
          <p:cNvPr id="93" name="Google Shape;93;p15"/>
          <p:cNvPicPr preferRelativeResize="0"/>
          <p:nvPr/>
        </p:nvPicPr>
        <p:blipFill>
          <a:blip r:embed="rId3">
            <a:alphaModFix/>
          </a:blip>
          <a:stretch>
            <a:fillRect/>
          </a:stretch>
        </p:blipFill>
        <p:spPr>
          <a:xfrm>
            <a:off x="599875" y="1373075"/>
            <a:ext cx="7944250" cy="3214674"/>
          </a:xfrm>
          <a:prstGeom prst="rect">
            <a:avLst/>
          </a:prstGeom>
          <a:noFill/>
          <a:ln>
            <a:noFill/>
          </a:ln>
        </p:spPr>
      </p:pic>
      <p:sp>
        <p:nvSpPr>
          <p:cNvPr id="94" name="Google Shape;94;p15"/>
          <p:cNvSpPr txBox="1"/>
          <p:nvPr/>
        </p:nvSpPr>
        <p:spPr>
          <a:xfrm>
            <a:off x="533975" y="893575"/>
            <a:ext cx="256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a:t>
            </a:r>
            <a:r>
              <a:rPr b="1" lang="en">
                <a:latin typeface="Nunito"/>
                <a:ea typeface="Nunito"/>
                <a:cs typeface="Nunito"/>
                <a:sym typeface="Nunito"/>
              </a:rPr>
              <a:t>Polly Cross OA</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6"/>
          <p:cNvPicPr preferRelativeResize="0"/>
          <p:nvPr/>
        </p:nvPicPr>
        <p:blipFill>
          <a:blip r:embed="rId3">
            <a:alphaModFix/>
          </a:blip>
          <a:stretch>
            <a:fillRect/>
          </a:stretch>
        </p:blipFill>
        <p:spPr>
          <a:xfrm>
            <a:off x="152400" y="1489425"/>
            <a:ext cx="8839201" cy="1856025"/>
          </a:xfrm>
          <a:prstGeom prst="rect">
            <a:avLst/>
          </a:prstGeom>
          <a:noFill/>
          <a:ln>
            <a:noFill/>
          </a:ln>
        </p:spPr>
      </p:pic>
      <p:sp>
        <p:nvSpPr>
          <p:cNvPr id="100" name="Google Shape;100;p16"/>
          <p:cNvSpPr txBox="1"/>
          <p:nvPr/>
        </p:nvSpPr>
        <p:spPr>
          <a:xfrm>
            <a:off x="326925" y="217950"/>
            <a:ext cx="368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a:t>
            </a:r>
            <a:r>
              <a:rPr b="1" lang="en">
                <a:latin typeface="Nunito"/>
                <a:ea typeface="Nunito"/>
                <a:cs typeface="Nunito"/>
                <a:sym typeface="Nunito"/>
              </a:rPr>
              <a:t>Stat overview and counter module</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sp>
        <p:nvSpPr>
          <p:cNvPr id="101" name="Google Shape;101;p16"/>
          <p:cNvSpPr txBox="1"/>
          <p:nvPr/>
        </p:nvSpPr>
        <p:spPr>
          <a:xfrm>
            <a:off x="337825" y="762800"/>
            <a:ext cx="31821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Light"/>
              <a:buAutoNum type="arabicPeriod"/>
            </a:pPr>
            <a:r>
              <a:rPr lang="en">
                <a:latin typeface="Nunito Light"/>
                <a:ea typeface="Nunito Light"/>
                <a:cs typeface="Nunito Light"/>
                <a:sym typeface="Nunito Light"/>
              </a:rPr>
              <a:t>Overview for a particular atlas</a:t>
            </a:r>
            <a:endParaRPr>
              <a:latin typeface="Nunito Light"/>
              <a:ea typeface="Nunito Light"/>
              <a:cs typeface="Nunito Light"/>
              <a:sym typeface="Nunito Light"/>
            </a:endParaRPr>
          </a:p>
        </p:txBody>
      </p:sp>
      <p:pic>
        <p:nvPicPr>
          <p:cNvPr id="102" name="Google Shape;102;p16"/>
          <p:cNvPicPr preferRelativeResize="0"/>
          <p:nvPr/>
        </p:nvPicPr>
        <p:blipFill>
          <a:blip r:embed="rId4">
            <a:alphaModFix/>
          </a:blip>
          <a:stretch>
            <a:fillRect/>
          </a:stretch>
        </p:blipFill>
        <p:spPr>
          <a:xfrm>
            <a:off x="0" y="1367302"/>
            <a:ext cx="9144000" cy="21002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7"/>
          <p:cNvPicPr preferRelativeResize="0"/>
          <p:nvPr/>
        </p:nvPicPr>
        <p:blipFill>
          <a:blip r:embed="rId3">
            <a:alphaModFix/>
          </a:blip>
          <a:stretch>
            <a:fillRect/>
          </a:stretch>
        </p:blipFill>
        <p:spPr>
          <a:xfrm>
            <a:off x="485450" y="717150"/>
            <a:ext cx="8173098" cy="3955724"/>
          </a:xfrm>
          <a:prstGeom prst="rect">
            <a:avLst/>
          </a:prstGeom>
          <a:noFill/>
          <a:ln>
            <a:noFill/>
          </a:ln>
        </p:spPr>
      </p:pic>
      <p:sp>
        <p:nvSpPr>
          <p:cNvPr id="108" name="Google Shape;108;p17"/>
          <p:cNvSpPr txBox="1"/>
          <p:nvPr/>
        </p:nvSpPr>
        <p:spPr>
          <a:xfrm>
            <a:off x="414100" y="261525"/>
            <a:ext cx="396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2. Overview across multiple atlases</a:t>
            </a:r>
            <a:endParaRPr>
              <a:latin typeface="Nunito Light"/>
              <a:ea typeface="Nunito Light"/>
              <a:cs typeface="Nunito Light"/>
              <a:sym typeface="Nunit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71400" y="54475"/>
            <a:ext cx="6866100" cy="8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Audit module</a:t>
            </a:r>
            <a:endParaRPr>
              <a:solidFill>
                <a:srgbClr val="FF7600"/>
              </a:solidFill>
            </a:endParaRPr>
          </a:p>
        </p:txBody>
      </p:sp>
      <p:pic>
        <p:nvPicPr>
          <p:cNvPr id="114" name="Google Shape;114;p18"/>
          <p:cNvPicPr preferRelativeResize="0"/>
          <p:nvPr/>
        </p:nvPicPr>
        <p:blipFill>
          <a:blip r:embed="rId3">
            <a:alphaModFix/>
          </a:blip>
          <a:stretch>
            <a:fillRect/>
          </a:stretch>
        </p:blipFill>
        <p:spPr>
          <a:xfrm>
            <a:off x="131300" y="911875"/>
            <a:ext cx="1779900" cy="1779900"/>
          </a:xfrm>
          <a:prstGeom prst="rect">
            <a:avLst/>
          </a:prstGeom>
          <a:noFill/>
          <a:ln>
            <a:noFill/>
          </a:ln>
        </p:spPr>
      </p:pic>
      <p:sp>
        <p:nvSpPr>
          <p:cNvPr id="115" name="Google Shape;115;p18"/>
          <p:cNvSpPr/>
          <p:nvPr/>
        </p:nvSpPr>
        <p:spPr>
          <a:xfrm>
            <a:off x="1911200" y="1678400"/>
            <a:ext cx="697500" cy="348600"/>
          </a:xfrm>
          <a:prstGeom prst="rightArrow">
            <a:avLst>
              <a:gd fmla="val 50000" name="adj1"/>
              <a:gd fmla="val 50000" name="adj2"/>
            </a:avLst>
          </a:prstGeom>
          <a:solidFill>
            <a:srgbClr val="665F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6269950" y="1678400"/>
            <a:ext cx="697500" cy="348600"/>
          </a:xfrm>
          <a:prstGeom prst="rightArrow">
            <a:avLst>
              <a:gd fmla="val 50000" name="adj1"/>
              <a:gd fmla="val 50000" name="adj2"/>
            </a:avLst>
          </a:prstGeom>
          <a:solidFill>
            <a:srgbClr val="665F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txBox="1"/>
          <p:nvPr/>
        </p:nvSpPr>
        <p:spPr>
          <a:xfrm>
            <a:off x="7334550" y="1601725"/>
            <a:ext cx="143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Polly Cross OA</a:t>
            </a:r>
            <a:endParaRPr>
              <a:latin typeface="Nunito Light"/>
              <a:ea typeface="Nunito Light"/>
              <a:cs typeface="Nunito Light"/>
              <a:sym typeface="Nunito Light"/>
            </a:endParaRPr>
          </a:p>
        </p:txBody>
      </p:sp>
      <p:sp>
        <p:nvSpPr>
          <p:cNvPr id="118" name="Google Shape;118;p18"/>
          <p:cNvSpPr txBox="1"/>
          <p:nvPr/>
        </p:nvSpPr>
        <p:spPr>
          <a:xfrm>
            <a:off x="654525" y="2691775"/>
            <a:ext cx="82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Noah</a:t>
            </a:r>
            <a:endParaRPr>
              <a:latin typeface="Nunito Light"/>
              <a:ea typeface="Nunito Light"/>
              <a:cs typeface="Nunito Light"/>
              <a:sym typeface="Nunito Light"/>
            </a:endParaRPr>
          </a:p>
        </p:txBody>
      </p:sp>
      <p:sp>
        <p:nvSpPr>
          <p:cNvPr id="119" name="Google Shape;119;p18"/>
          <p:cNvSpPr txBox="1"/>
          <p:nvPr/>
        </p:nvSpPr>
        <p:spPr>
          <a:xfrm>
            <a:off x="7094800" y="2168725"/>
            <a:ext cx="1917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Prerequisite:</a:t>
            </a:r>
            <a:endParaRPr>
              <a:latin typeface="Nunito Light"/>
              <a:ea typeface="Nunito Light"/>
              <a:cs typeface="Nunito Light"/>
              <a:sym typeface="Nunito Light"/>
            </a:endParaRPr>
          </a:p>
          <a:p>
            <a:pPr indent="-317500" lvl="0" marL="457200" rtl="0" algn="l">
              <a:spcBef>
                <a:spcPts val="0"/>
              </a:spcBef>
              <a:spcAft>
                <a:spcPts val="0"/>
              </a:spcAft>
              <a:buSzPts val="1400"/>
              <a:buFont typeface="Nunito Light"/>
              <a:buChar char="●"/>
            </a:pPr>
            <a:r>
              <a:rPr lang="en">
                <a:latin typeface="Nunito Light"/>
                <a:ea typeface="Nunito Light"/>
                <a:cs typeface="Nunito Light"/>
                <a:sym typeface="Nunito Light"/>
              </a:rPr>
              <a:t>Familiar to SQL</a:t>
            </a:r>
            <a:endParaRPr>
              <a:latin typeface="Nunito Light"/>
              <a:ea typeface="Nunito Light"/>
              <a:cs typeface="Nunito Light"/>
              <a:sym typeface="Nunito Light"/>
            </a:endParaRPr>
          </a:p>
          <a:p>
            <a:pPr indent="-317500" lvl="0" marL="457200" rtl="0" algn="l">
              <a:spcBef>
                <a:spcPts val="0"/>
              </a:spcBef>
              <a:spcAft>
                <a:spcPts val="0"/>
              </a:spcAft>
              <a:buSzPts val="1400"/>
              <a:buFont typeface="Nunito Light"/>
              <a:buChar char="●"/>
            </a:pPr>
            <a:r>
              <a:rPr lang="en">
                <a:latin typeface="Nunito Light"/>
                <a:ea typeface="Nunito Light"/>
                <a:cs typeface="Nunito Light"/>
                <a:sym typeface="Nunito Light"/>
              </a:rPr>
              <a:t>Familiar to R/Python for visualization</a:t>
            </a:r>
            <a:endParaRPr>
              <a:latin typeface="Nunito Light"/>
              <a:ea typeface="Nunito Light"/>
              <a:cs typeface="Nunito Light"/>
              <a:sym typeface="Nunito Light"/>
            </a:endParaRPr>
          </a:p>
        </p:txBody>
      </p:sp>
      <p:sp>
        <p:nvSpPr>
          <p:cNvPr id="120" name="Google Shape;120;p18"/>
          <p:cNvSpPr txBox="1"/>
          <p:nvPr/>
        </p:nvSpPr>
        <p:spPr>
          <a:xfrm>
            <a:off x="507300" y="3498025"/>
            <a:ext cx="8129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Let’s assume, Noah wants to fetch and visualize the data available for any curated disease/curated tissue/ curated organism across multiple atlases. However, he does not accomplishes the desired prerequisite.</a:t>
            </a:r>
            <a:endParaRPr>
              <a:latin typeface="Nunito Light"/>
              <a:ea typeface="Nunito Light"/>
              <a:cs typeface="Nunito Light"/>
              <a:sym typeface="Nunito Light"/>
            </a:endParaRPr>
          </a:p>
        </p:txBody>
      </p:sp>
      <p:pic>
        <p:nvPicPr>
          <p:cNvPr id="121" name="Google Shape;121;p18"/>
          <p:cNvPicPr preferRelativeResize="0"/>
          <p:nvPr/>
        </p:nvPicPr>
        <p:blipFill>
          <a:blip r:embed="rId4">
            <a:alphaModFix/>
          </a:blip>
          <a:stretch>
            <a:fillRect/>
          </a:stretch>
        </p:blipFill>
        <p:spPr>
          <a:xfrm>
            <a:off x="3367750" y="911875"/>
            <a:ext cx="2143125" cy="2143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71400" y="54475"/>
            <a:ext cx="6866100" cy="8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Audit module</a:t>
            </a:r>
            <a:endParaRPr>
              <a:solidFill>
                <a:srgbClr val="FF7600"/>
              </a:solidFill>
            </a:endParaRPr>
          </a:p>
        </p:txBody>
      </p:sp>
      <p:sp>
        <p:nvSpPr>
          <p:cNvPr id="127" name="Google Shape;127;p19"/>
          <p:cNvSpPr txBox="1"/>
          <p:nvPr/>
        </p:nvSpPr>
        <p:spPr>
          <a:xfrm>
            <a:off x="348700" y="751900"/>
            <a:ext cx="238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Using </a:t>
            </a:r>
            <a:r>
              <a:rPr b="1" lang="en">
                <a:latin typeface="Nunito"/>
                <a:ea typeface="Nunito"/>
                <a:cs typeface="Nunito"/>
                <a:sym typeface="Nunito"/>
              </a:rPr>
              <a:t>Polly Cross OA</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pic>
        <p:nvPicPr>
          <p:cNvPr id="128" name="Google Shape;128;p19"/>
          <p:cNvPicPr preferRelativeResize="0"/>
          <p:nvPr/>
        </p:nvPicPr>
        <p:blipFill>
          <a:blip r:embed="rId3">
            <a:alphaModFix/>
          </a:blip>
          <a:stretch>
            <a:fillRect/>
          </a:stretch>
        </p:blipFill>
        <p:spPr>
          <a:xfrm>
            <a:off x="152400" y="1206425"/>
            <a:ext cx="8839200" cy="3446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0"/>
          <p:cNvPicPr preferRelativeResize="0"/>
          <p:nvPr/>
        </p:nvPicPr>
        <p:blipFill>
          <a:blip r:embed="rId3">
            <a:alphaModFix/>
          </a:blip>
          <a:stretch>
            <a:fillRect/>
          </a:stretch>
        </p:blipFill>
        <p:spPr>
          <a:xfrm>
            <a:off x="152400" y="422000"/>
            <a:ext cx="8614725" cy="4296500"/>
          </a:xfrm>
          <a:prstGeom prst="rect">
            <a:avLst/>
          </a:prstGeom>
          <a:noFill/>
          <a:ln>
            <a:noFill/>
          </a:ln>
        </p:spPr>
      </p:pic>
      <p:sp>
        <p:nvSpPr>
          <p:cNvPr id="134" name="Google Shape;134;p20"/>
          <p:cNvSpPr txBox="1"/>
          <p:nvPr/>
        </p:nvSpPr>
        <p:spPr>
          <a:xfrm>
            <a:off x="54325" y="87175"/>
            <a:ext cx="322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a:t>
            </a:r>
            <a:r>
              <a:rPr b="1" lang="en">
                <a:latin typeface="Nunito"/>
                <a:ea typeface="Nunito"/>
                <a:cs typeface="Nunito"/>
                <a:sym typeface="Nunito"/>
              </a:rPr>
              <a:t>Audit module:</a:t>
            </a:r>
            <a:endParaRPr b="1">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71400" y="54475"/>
            <a:ext cx="6866100" cy="8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Plotter module</a:t>
            </a:r>
            <a:endParaRPr>
              <a:solidFill>
                <a:srgbClr val="FF7600"/>
              </a:solidFill>
            </a:endParaRPr>
          </a:p>
        </p:txBody>
      </p:sp>
      <p:pic>
        <p:nvPicPr>
          <p:cNvPr id="140" name="Google Shape;140;p21"/>
          <p:cNvPicPr preferRelativeResize="0"/>
          <p:nvPr/>
        </p:nvPicPr>
        <p:blipFill>
          <a:blip r:embed="rId3">
            <a:alphaModFix/>
          </a:blip>
          <a:stretch>
            <a:fillRect/>
          </a:stretch>
        </p:blipFill>
        <p:spPr>
          <a:xfrm>
            <a:off x="196000" y="730888"/>
            <a:ext cx="1790700" cy="2543175"/>
          </a:xfrm>
          <a:prstGeom prst="rect">
            <a:avLst/>
          </a:prstGeom>
          <a:noFill/>
          <a:ln>
            <a:noFill/>
          </a:ln>
        </p:spPr>
      </p:pic>
      <p:pic>
        <p:nvPicPr>
          <p:cNvPr id="141" name="Google Shape;141;p21"/>
          <p:cNvPicPr preferRelativeResize="0"/>
          <p:nvPr/>
        </p:nvPicPr>
        <p:blipFill>
          <a:blip r:embed="rId4">
            <a:alphaModFix/>
          </a:blip>
          <a:stretch>
            <a:fillRect/>
          </a:stretch>
        </p:blipFill>
        <p:spPr>
          <a:xfrm>
            <a:off x="2805050" y="911875"/>
            <a:ext cx="2095500" cy="2181225"/>
          </a:xfrm>
          <a:prstGeom prst="rect">
            <a:avLst/>
          </a:prstGeom>
          <a:noFill/>
          <a:ln>
            <a:noFill/>
          </a:ln>
        </p:spPr>
      </p:pic>
      <p:sp>
        <p:nvSpPr>
          <p:cNvPr id="142" name="Google Shape;142;p21"/>
          <p:cNvSpPr/>
          <p:nvPr/>
        </p:nvSpPr>
        <p:spPr>
          <a:xfrm>
            <a:off x="1830750" y="1817238"/>
            <a:ext cx="762900" cy="370500"/>
          </a:xfrm>
          <a:prstGeom prst="rightArrow">
            <a:avLst>
              <a:gd fmla="val 50000" name="adj1"/>
              <a:gd fmla="val 50000" name="adj2"/>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p:nvPr/>
        </p:nvSpPr>
        <p:spPr>
          <a:xfrm>
            <a:off x="5111950" y="1828188"/>
            <a:ext cx="697500" cy="348600"/>
          </a:xfrm>
          <a:prstGeom prst="rightArrow">
            <a:avLst>
              <a:gd fmla="val 50000" name="adj1"/>
              <a:gd fmla="val 50000" name="adj2"/>
            </a:avLst>
          </a:prstGeom>
          <a:solidFill>
            <a:srgbClr val="665F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txBox="1"/>
          <p:nvPr/>
        </p:nvSpPr>
        <p:spPr>
          <a:xfrm>
            <a:off x="6430075" y="1715213"/>
            <a:ext cx="143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Polly Cross OA</a:t>
            </a:r>
            <a:endParaRPr>
              <a:latin typeface="Nunito Light"/>
              <a:ea typeface="Nunito Light"/>
              <a:cs typeface="Nunito Light"/>
              <a:sym typeface="Nunito Light"/>
            </a:endParaRPr>
          </a:p>
        </p:txBody>
      </p:sp>
      <p:sp>
        <p:nvSpPr>
          <p:cNvPr id="145" name="Google Shape;145;p21"/>
          <p:cNvSpPr txBox="1"/>
          <p:nvPr/>
        </p:nvSpPr>
        <p:spPr>
          <a:xfrm>
            <a:off x="6146750" y="2265175"/>
            <a:ext cx="2636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Prerequisite:</a:t>
            </a:r>
            <a:endParaRPr>
              <a:latin typeface="Nunito Light"/>
              <a:ea typeface="Nunito Light"/>
              <a:cs typeface="Nunito Light"/>
              <a:sym typeface="Nunito Light"/>
            </a:endParaRPr>
          </a:p>
          <a:p>
            <a:pPr indent="-317500" lvl="0" marL="457200" rtl="0" algn="l">
              <a:spcBef>
                <a:spcPts val="0"/>
              </a:spcBef>
              <a:spcAft>
                <a:spcPts val="0"/>
              </a:spcAft>
              <a:buSzPts val="1400"/>
              <a:buFont typeface="Nunito Light"/>
              <a:buChar char="●"/>
            </a:pPr>
            <a:r>
              <a:rPr lang="en">
                <a:solidFill>
                  <a:schemeClr val="dk1"/>
                </a:solidFill>
                <a:latin typeface="Nunito Light"/>
                <a:ea typeface="Nunito Light"/>
                <a:cs typeface="Nunito Light"/>
                <a:sym typeface="Nunito Light"/>
              </a:rPr>
              <a:t>Knowledge about Omix Atlas.</a:t>
            </a:r>
            <a:endParaRPr>
              <a:latin typeface="Nunito Light"/>
              <a:ea typeface="Nunito Light"/>
              <a:cs typeface="Nunito Light"/>
              <a:sym typeface="Nunito Light"/>
            </a:endParaRPr>
          </a:p>
          <a:p>
            <a:pPr indent="-317500" lvl="0" marL="457200" rtl="0" algn="l">
              <a:spcBef>
                <a:spcPts val="0"/>
              </a:spcBef>
              <a:spcAft>
                <a:spcPts val="0"/>
              </a:spcAft>
              <a:buSzPts val="1400"/>
              <a:buFont typeface="Nunito Light"/>
              <a:buChar char="●"/>
            </a:pPr>
            <a:r>
              <a:rPr lang="en">
                <a:latin typeface="Nunito Light"/>
                <a:ea typeface="Nunito Light"/>
                <a:cs typeface="Nunito Light"/>
                <a:sym typeface="Nunito Light"/>
              </a:rPr>
              <a:t>Familiar to SQL</a:t>
            </a:r>
            <a:endParaRPr>
              <a:latin typeface="Nunito Light"/>
              <a:ea typeface="Nunito Light"/>
              <a:cs typeface="Nunito Light"/>
              <a:sym typeface="Nunito Light"/>
            </a:endParaRPr>
          </a:p>
          <a:p>
            <a:pPr indent="-317500" lvl="0" marL="457200" rtl="0" algn="l">
              <a:spcBef>
                <a:spcPts val="0"/>
              </a:spcBef>
              <a:spcAft>
                <a:spcPts val="0"/>
              </a:spcAft>
              <a:buSzPts val="1400"/>
              <a:buFont typeface="Nunito Light"/>
              <a:buChar char="●"/>
            </a:pPr>
            <a:r>
              <a:rPr lang="en">
                <a:latin typeface="Nunito Light"/>
                <a:ea typeface="Nunito Light"/>
                <a:cs typeface="Nunito Light"/>
                <a:sym typeface="Nunito Light"/>
              </a:rPr>
              <a:t>Familiar to R/Python for visualization</a:t>
            </a:r>
            <a:endParaRPr>
              <a:latin typeface="Nunito Light"/>
              <a:ea typeface="Nunito Light"/>
              <a:cs typeface="Nunito Light"/>
              <a:sym typeface="Nunito Light"/>
            </a:endParaRPr>
          </a:p>
        </p:txBody>
      </p:sp>
      <p:sp>
        <p:nvSpPr>
          <p:cNvPr id="146" name="Google Shape;146;p21"/>
          <p:cNvSpPr txBox="1"/>
          <p:nvPr/>
        </p:nvSpPr>
        <p:spPr>
          <a:xfrm>
            <a:off x="306250" y="3498025"/>
            <a:ext cx="5503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Let’s assume, Nancy, a bioinformatician, is looking for gene information for a particular dataset from a specific atlas. </a:t>
            </a:r>
            <a:endParaRPr>
              <a:latin typeface="Nunito Light"/>
              <a:ea typeface="Nunito Light"/>
              <a:cs typeface="Nunito Light"/>
              <a:sym typeface="Nunito Light"/>
            </a:endParaRPr>
          </a:p>
          <a:p>
            <a:pPr indent="0" lvl="0" marL="0" rtl="0" algn="l">
              <a:spcBef>
                <a:spcPts val="0"/>
              </a:spcBef>
              <a:spcAft>
                <a:spcPts val="0"/>
              </a:spcAft>
              <a:buNone/>
            </a:pPr>
            <a:r>
              <a:rPr lang="en">
                <a:latin typeface="Nunito Light"/>
                <a:ea typeface="Nunito Light"/>
                <a:cs typeface="Nunito Light"/>
                <a:sym typeface="Nunito Light"/>
              </a:rPr>
              <a:t>To accomplish this, Nancy can either work with Cross OA platform, or can simply access/visualize data from a single click. </a:t>
            </a:r>
            <a:endParaRPr>
              <a:latin typeface="Nunito Light"/>
              <a:ea typeface="Nunito Light"/>
              <a:cs typeface="Nunito Light"/>
              <a:sym typeface="Nuni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71400" y="54475"/>
            <a:ext cx="6866100" cy="5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Plotter Module</a:t>
            </a:r>
            <a:endParaRPr>
              <a:solidFill>
                <a:srgbClr val="FF7600"/>
              </a:solidFill>
            </a:endParaRPr>
          </a:p>
        </p:txBody>
      </p:sp>
      <p:pic>
        <p:nvPicPr>
          <p:cNvPr id="152" name="Google Shape;152;p22"/>
          <p:cNvPicPr preferRelativeResize="0"/>
          <p:nvPr/>
        </p:nvPicPr>
        <p:blipFill>
          <a:blip r:embed="rId3">
            <a:alphaModFix/>
          </a:blip>
          <a:stretch>
            <a:fillRect/>
          </a:stretch>
        </p:blipFill>
        <p:spPr>
          <a:xfrm>
            <a:off x="152400" y="1064275"/>
            <a:ext cx="8839201" cy="3686924"/>
          </a:xfrm>
          <a:prstGeom prst="rect">
            <a:avLst/>
          </a:prstGeom>
          <a:noFill/>
          <a:ln>
            <a:noFill/>
          </a:ln>
        </p:spPr>
      </p:pic>
      <p:sp>
        <p:nvSpPr>
          <p:cNvPr id="153" name="Google Shape;153;p22"/>
          <p:cNvSpPr txBox="1"/>
          <p:nvPr/>
        </p:nvSpPr>
        <p:spPr>
          <a:xfrm>
            <a:off x="283325" y="675625"/>
            <a:ext cx="259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a:t>
            </a:r>
            <a:r>
              <a:rPr b="1" lang="en">
                <a:latin typeface="Nunito"/>
                <a:ea typeface="Nunito"/>
                <a:cs typeface="Nunito"/>
                <a:sym typeface="Nunito"/>
              </a:rPr>
              <a:t>Polly Cross OA</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nvSpPr>
        <p:spPr>
          <a:xfrm>
            <a:off x="76275" y="65375"/>
            <a:ext cx="243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the </a:t>
            </a:r>
            <a:r>
              <a:rPr b="1" lang="en">
                <a:latin typeface="Nunito"/>
                <a:ea typeface="Nunito"/>
                <a:cs typeface="Nunito"/>
                <a:sym typeface="Nunito"/>
              </a:rPr>
              <a:t>Plotter module</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pic>
        <p:nvPicPr>
          <p:cNvPr id="159" name="Google Shape;159;p23"/>
          <p:cNvPicPr preferRelativeResize="0"/>
          <p:nvPr/>
        </p:nvPicPr>
        <p:blipFill>
          <a:blip r:embed="rId3">
            <a:alphaModFix/>
          </a:blip>
          <a:stretch>
            <a:fillRect/>
          </a:stretch>
        </p:blipFill>
        <p:spPr>
          <a:xfrm>
            <a:off x="152400" y="617975"/>
            <a:ext cx="8839198" cy="36825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nvSpPr>
        <p:spPr>
          <a:xfrm>
            <a:off x="76275" y="65375"/>
            <a:ext cx="248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the </a:t>
            </a:r>
            <a:r>
              <a:rPr b="1" lang="en">
                <a:latin typeface="Nunito"/>
                <a:ea typeface="Nunito"/>
                <a:cs typeface="Nunito"/>
                <a:sym typeface="Nunito"/>
              </a:rPr>
              <a:t>Plotter module</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pic>
        <p:nvPicPr>
          <p:cNvPr id="165" name="Google Shape;165;p24"/>
          <p:cNvPicPr preferRelativeResize="0"/>
          <p:nvPr/>
        </p:nvPicPr>
        <p:blipFill>
          <a:blip r:embed="rId3">
            <a:alphaModFix/>
          </a:blip>
          <a:stretch>
            <a:fillRect/>
          </a:stretch>
        </p:blipFill>
        <p:spPr>
          <a:xfrm>
            <a:off x="76275" y="694250"/>
            <a:ext cx="8839199" cy="34841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nvSpPr>
        <p:spPr>
          <a:xfrm>
            <a:off x="76275" y="65375"/>
            <a:ext cx="274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Light"/>
                <a:ea typeface="Nunito Light"/>
                <a:cs typeface="Nunito Light"/>
                <a:sym typeface="Nunito Light"/>
              </a:rPr>
              <a:t>With the </a:t>
            </a:r>
            <a:r>
              <a:rPr b="1" lang="en">
                <a:latin typeface="Nunito"/>
                <a:ea typeface="Nunito"/>
                <a:cs typeface="Nunito"/>
                <a:sym typeface="Nunito"/>
              </a:rPr>
              <a:t>Plotter</a:t>
            </a:r>
            <a:r>
              <a:rPr b="1" lang="en">
                <a:latin typeface="Nunito"/>
                <a:ea typeface="Nunito"/>
                <a:cs typeface="Nunito"/>
                <a:sym typeface="Nunito"/>
              </a:rPr>
              <a:t> module</a:t>
            </a:r>
            <a:r>
              <a:rPr lang="en">
                <a:latin typeface="Nunito Light"/>
                <a:ea typeface="Nunito Light"/>
                <a:cs typeface="Nunito Light"/>
                <a:sym typeface="Nunito Light"/>
              </a:rPr>
              <a:t>:</a:t>
            </a:r>
            <a:endParaRPr>
              <a:latin typeface="Nunito Light"/>
              <a:ea typeface="Nunito Light"/>
              <a:cs typeface="Nunito Light"/>
              <a:sym typeface="Nunito Light"/>
            </a:endParaRPr>
          </a:p>
        </p:txBody>
      </p:sp>
      <p:pic>
        <p:nvPicPr>
          <p:cNvPr id="171" name="Google Shape;171;p25"/>
          <p:cNvPicPr preferRelativeResize="0"/>
          <p:nvPr/>
        </p:nvPicPr>
        <p:blipFill>
          <a:blip r:embed="rId3">
            <a:alphaModFix/>
          </a:blip>
          <a:stretch>
            <a:fillRect/>
          </a:stretch>
        </p:blipFill>
        <p:spPr>
          <a:xfrm>
            <a:off x="152400" y="977575"/>
            <a:ext cx="8839200" cy="27045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71400" y="54475"/>
            <a:ext cx="6866100" cy="5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Generate Report</a:t>
            </a:r>
            <a:r>
              <a:rPr lang="en">
                <a:solidFill>
                  <a:srgbClr val="FF7600"/>
                </a:solidFill>
              </a:rPr>
              <a:t> Module</a:t>
            </a:r>
            <a:endParaRPr>
              <a:solidFill>
                <a:srgbClr val="FF7600"/>
              </a:solidFill>
            </a:endParaRPr>
          </a:p>
        </p:txBody>
      </p:sp>
      <p:pic>
        <p:nvPicPr>
          <p:cNvPr id="177" name="Google Shape;177;p26"/>
          <p:cNvPicPr preferRelativeResize="0"/>
          <p:nvPr/>
        </p:nvPicPr>
        <p:blipFill>
          <a:blip r:embed="rId3">
            <a:alphaModFix/>
          </a:blip>
          <a:stretch>
            <a:fillRect/>
          </a:stretch>
        </p:blipFill>
        <p:spPr>
          <a:xfrm>
            <a:off x="102200" y="1591988"/>
            <a:ext cx="1466850" cy="3114675"/>
          </a:xfrm>
          <a:prstGeom prst="rect">
            <a:avLst/>
          </a:prstGeom>
          <a:noFill/>
          <a:ln>
            <a:noFill/>
          </a:ln>
        </p:spPr>
      </p:pic>
      <p:sp>
        <p:nvSpPr>
          <p:cNvPr id="178" name="Google Shape;178;p26"/>
          <p:cNvSpPr/>
          <p:nvPr/>
        </p:nvSpPr>
        <p:spPr>
          <a:xfrm>
            <a:off x="185100" y="872900"/>
            <a:ext cx="3508800" cy="719100"/>
          </a:xfrm>
          <a:prstGeom prst="wedgeRectCallout">
            <a:avLst>
              <a:gd fmla="val -20833" name="adj1"/>
              <a:gd fmla="val 625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It’s time for some reports after visualizing the data</a:t>
            </a:r>
            <a:endParaRPr/>
          </a:p>
        </p:txBody>
      </p:sp>
      <p:pic>
        <p:nvPicPr>
          <p:cNvPr id="179" name="Google Shape;179;p26"/>
          <p:cNvPicPr preferRelativeResize="0"/>
          <p:nvPr/>
        </p:nvPicPr>
        <p:blipFill>
          <a:blip r:embed="rId4">
            <a:alphaModFix/>
          </a:blip>
          <a:stretch>
            <a:fillRect/>
          </a:stretch>
        </p:blipFill>
        <p:spPr>
          <a:xfrm>
            <a:off x="1721450" y="1744400"/>
            <a:ext cx="7270149" cy="27422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71400" y="54475"/>
            <a:ext cx="6866100" cy="85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7600"/>
                </a:solidFill>
              </a:rPr>
              <a:t>Acknowledgement</a:t>
            </a:r>
            <a:endParaRPr>
              <a:solidFill>
                <a:srgbClr val="FF7600"/>
              </a:solidFill>
            </a:endParaRPr>
          </a:p>
        </p:txBody>
      </p:sp>
      <p:sp>
        <p:nvSpPr>
          <p:cNvPr id="185" name="Google Shape;185;p27"/>
          <p:cNvSpPr txBox="1"/>
          <p:nvPr>
            <p:ph idx="1" type="body"/>
          </p:nvPr>
        </p:nvSpPr>
        <p:spPr>
          <a:xfrm>
            <a:off x="414100" y="911875"/>
            <a:ext cx="7374000" cy="3340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 would like to express my special thanks of gratitude to the entire BDA team who have helped me to complete this wonderful project, and have helped me to come across various programming skills.</a:t>
            </a:r>
            <a:endParaRPr/>
          </a:p>
          <a:p>
            <a:pPr indent="0" lvl="0" marL="0" rtl="0" algn="l">
              <a:spcBef>
                <a:spcPts val="600"/>
              </a:spcBef>
              <a:spcAft>
                <a:spcPts val="0"/>
              </a:spcAft>
              <a:buNone/>
            </a:pPr>
            <a:r>
              <a:rPr lang="en"/>
              <a:t>Secondly, I would like to thank the entire Elucidata Family, who have provided me with such a friendly environment. </a:t>
            </a:r>
            <a:endParaRPr/>
          </a:p>
          <a:p>
            <a:pPr indent="0" lvl="0" marL="0" rtl="0" algn="l">
              <a:spcBef>
                <a:spcPts val="6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8"/>
          <p:cNvPicPr preferRelativeResize="0"/>
          <p:nvPr/>
        </p:nvPicPr>
        <p:blipFill>
          <a:blip r:embed="rId3">
            <a:alphaModFix/>
          </a:blip>
          <a:stretch>
            <a:fillRect/>
          </a:stretch>
        </p:blipFill>
        <p:spPr>
          <a:xfrm>
            <a:off x="1808750" y="272275"/>
            <a:ext cx="5688525" cy="416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lucidata template example 1">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